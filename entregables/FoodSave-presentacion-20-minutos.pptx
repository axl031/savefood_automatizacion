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09b28ea6fa4cc7" /><Relationship Type="http://schemas.openxmlformats.org/officeDocument/2006/relationships/extended-properties" Target="/docProps/app.xml" Id="Rb3271ebd272e4a81" /><Relationship Type="http://schemas.openxmlformats.org/officeDocument/2006/relationships/officeDocument" Target="/ppt/presentation.xml" Id="R27234203da19408e" /></Relationships>
</file>

<file path=ppt/presentation.xml><?xml version="1.0" encoding="utf-8"?>
<p:presentation xmlns:p="http://schemas.openxmlformats.org/presentationml/2006/main">
  <p:sldMasterIdLst>
    <p:sldMasterId xmlns:r="http://schemas.openxmlformats.org/officeDocument/2006/relationships" id="2147483648" r:id="Re8b095e5ffe9457c"/>
  </p:sldMasterIdLst>
  <p:notesMasterIdLst>
    <p:notesMasterId xmlns:r="http://schemas.openxmlformats.org/officeDocument/2006/relationships" r:id="R9a7c6a5320cd431f"/>
  </p:notesMasterIdLst>
  <p:sldIdLst>
    <p:sldId xmlns:r="http://schemas.openxmlformats.org/officeDocument/2006/relationships" id="256" r:id="Rdaf26f00755f41ed"/>
    <p:sldId xmlns:r="http://schemas.openxmlformats.org/officeDocument/2006/relationships" id="257" r:id="R8637c6fd4b284f43"/>
    <p:sldId xmlns:r="http://schemas.openxmlformats.org/officeDocument/2006/relationships" id="258" r:id="R40567ff0ce244a1f"/>
    <p:sldId xmlns:r="http://schemas.openxmlformats.org/officeDocument/2006/relationships" id="259" r:id="R573242f14dd54e98"/>
    <p:sldId xmlns:r="http://schemas.openxmlformats.org/officeDocument/2006/relationships" id="260" r:id="R87d023c528c7483e"/>
    <p:sldId xmlns:r="http://schemas.openxmlformats.org/officeDocument/2006/relationships" id="261" r:id="R97baabb32c5240e2"/>
    <p:sldId xmlns:r="http://schemas.openxmlformats.org/officeDocument/2006/relationships" id="262" r:id="R14ace7fc51424191"/>
    <p:sldId xmlns:r="http://schemas.openxmlformats.org/officeDocument/2006/relationships" id="263" r:id="R9a6a313b26f94855"/>
    <p:sldId xmlns:r="http://schemas.openxmlformats.org/officeDocument/2006/relationships" id="264" r:id="R1efc0b9ba85a47d0"/>
    <p:sldId xmlns:r="http://schemas.openxmlformats.org/officeDocument/2006/relationships" id="265" r:id="R8d9387743181431b"/>
    <p:sldId xmlns:r="http://schemas.openxmlformats.org/officeDocument/2006/relationships" id="266" r:id="R054bb8d9acd04527"/>
    <p:sldId xmlns:r="http://schemas.openxmlformats.org/officeDocument/2006/relationships" id="267" r:id="Re304627ac877473e"/>
    <p:sldId xmlns:r="http://schemas.openxmlformats.org/officeDocument/2006/relationships" id="268" r:id="R63317b60ac7843ec"/>
    <p:sldId xmlns:r="http://schemas.openxmlformats.org/officeDocument/2006/relationships" id="269" r:id="R1070c7c8f8174a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62a5d207544215" /><Relationship Type="http://schemas.openxmlformats.org/officeDocument/2006/relationships/slideMaster" Target="/ppt/slideMasters/slideMaster1.xml" Id="Re8b095e5ffe9457c" /><Relationship Type="http://schemas.openxmlformats.org/officeDocument/2006/relationships/notesMaster" Target="/ppt/notesMasters/notesMaster1.xml" Id="R9a7c6a5320cd431f" /><Relationship Type="http://schemas.openxmlformats.org/officeDocument/2006/relationships/presProps" Target="/ppt/presProps.xml" Id="R8b4d4768c9594b7d" /><Relationship Type="http://schemas.openxmlformats.org/officeDocument/2006/relationships/tableStyles" Target="/ppt/tableStyles.xml" Id="R76db3ac3de7b4c85" /><Relationship Type="http://schemas.openxmlformats.org/officeDocument/2006/relationships/slide" Target="/ppt/slides/slide1.xml" Id="Rdaf26f00755f41ed" /><Relationship Type="http://schemas.openxmlformats.org/officeDocument/2006/relationships/slide" Target="/ppt/slides/slide2.xml" Id="R8637c6fd4b284f43" /><Relationship Type="http://schemas.openxmlformats.org/officeDocument/2006/relationships/slide" Target="/ppt/slides/slide3.xml" Id="R40567ff0ce244a1f" /><Relationship Type="http://schemas.openxmlformats.org/officeDocument/2006/relationships/slide" Target="/ppt/slides/slide4.xml" Id="R573242f14dd54e98" /><Relationship Type="http://schemas.openxmlformats.org/officeDocument/2006/relationships/slide" Target="/ppt/slides/slide5.xml" Id="R87d023c528c7483e" /><Relationship Type="http://schemas.openxmlformats.org/officeDocument/2006/relationships/slide" Target="/ppt/slides/slide6.xml" Id="R97baabb32c5240e2" /><Relationship Type="http://schemas.openxmlformats.org/officeDocument/2006/relationships/slide" Target="/ppt/slides/slide7.xml" Id="R14ace7fc51424191" /><Relationship Type="http://schemas.openxmlformats.org/officeDocument/2006/relationships/slide" Target="/ppt/slides/slide8.xml" Id="R9a6a313b26f94855" /><Relationship Type="http://schemas.openxmlformats.org/officeDocument/2006/relationships/slide" Target="/ppt/slides/slide9.xml" Id="R1efc0b9ba85a47d0" /><Relationship Type="http://schemas.openxmlformats.org/officeDocument/2006/relationships/slide" Target="/ppt/slides/slide10.xml" Id="R8d9387743181431b" /><Relationship Type="http://schemas.openxmlformats.org/officeDocument/2006/relationships/slide" Target="/ppt/slides/slide11.xml" Id="R054bb8d9acd04527" /><Relationship Type="http://schemas.openxmlformats.org/officeDocument/2006/relationships/slide" Target="/ppt/slides/slide12.xml" Id="Re304627ac877473e" /><Relationship Type="http://schemas.openxmlformats.org/officeDocument/2006/relationships/slide" Target="/ppt/slides/slide13.xml" Id="R63317b60ac7843ec" /><Relationship Type="http://schemas.openxmlformats.org/officeDocument/2006/relationships/slide" Target="/ppt/slides/slide14.xml" Id="R1070c7c8f8174a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309381abd04c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2ff4b006c84ab3" /><Relationship Type="http://schemas.openxmlformats.org/officeDocument/2006/relationships/notesMaster" Target="/ppt/notesMasters/notesMaster1.xml" Id="R96d3f922a22149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79180706a4423d" /><Relationship Type="http://schemas.openxmlformats.org/officeDocument/2006/relationships/notesMaster" Target="/ppt/notesMasters/notesMaster1.xml" Id="Rf8bd5cfd630242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441a0e63f74359" /><Relationship Type="http://schemas.openxmlformats.org/officeDocument/2006/relationships/notesMaster" Target="/ppt/notesMasters/notesMaster1.xml" Id="R1b66952f24aa49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706916404d4027" /><Relationship Type="http://schemas.openxmlformats.org/officeDocument/2006/relationships/notesMaster" Target="/ppt/notesMasters/notesMaster1.xml" Id="Rff61232645524f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b442b32c2f40c3" /><Relationship Type="http://schemas.openxmlformats.org/officeDocument/2006/relationships/notesMaster" Target="/ppt/notesMasters/notesMaster1.xml" Id="R2b4bd3609f6143a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1562f28e5c4408" /><Relationship Type="http://schemas.openxmlformats.org/officeDocument/2006/relationships/notesMaster" Target="/ppt/notesMasters/notesMaster1.xml" Id="R0299736c2e5c46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d658443c364ccc" /><Relationship Type="http://schemas.openxmlformats.org/officeDocument/2006/relationships/notesMaster" Target="/ppt/notesMasters/notesMaster1.xml" Id="R0892113682cd41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b99f6196b454c1f" /><Relationship Type="http://schemas.openxmlformats.org/officeDocument/2006/relationships/notesMaster" Target="/ppt/notesMasters/notesMaster1.xml" Id="Rb3610c59683a47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1020517bbe418a" /><Relationship Type="http://schemas.openxmlformats.org/officeDocument/2006/relationships/notesMaster" Target="/ppt/notesMasters/notesMaster1.xml" Id="R1baf69e775204c9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62ecb3d5ac4ff5" /><Relationship Type="http://schemas.openxmlformats.org/officeDocument/2006/relationships/notesMaster" Target="/ppt/notesMasters/notesMaster1.xml" Id="R5369080d87c24b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3aa5eb044743d9" /><Relationship Type="http://schemas.openxmlformats.org/officeDocument/2006/relationships/notesMaster" Target="/ppt/notesMasters/notesMaster1.xml" Id="R038bf8921ad04c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8a178e96b504384" /><Relationship Type="http://schemas.openxmlformats.org/officeDocument/2006/relationships/notesMaster" Target="/ppt/notesMasters/notesMaster1.xml" Id="Re77ef993fd37404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6054b19c82d4f25" /><Relationship Type="http://schemas.openxmlformats.org/officeDocument/2006/relationships/notesMaster" Target="/ppt/notesMasters/notesMaster1.xml" Id="Rf44a887bb7ef42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30b9675fec427e" /><Relationship Type="http://schemas.openxmlformats.org/officeDocument/2006/relationships/notesMaster" Target="/ppt/notesMasters/notesMaster1.xml" Id="R1053e9d2698644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30 segundos. La secuencia completa suma 20 minutos.</a:t>
            </a:r>
          </a:p>
          <a:p xmlns:a="http://schemas.openxmlformats.org/drawingml/2006/main">
            <a:r>
              <a:t/>
            </a:r>
          </a:p>
          <a:p xmlns:a="http://schemas.openxmlformats.org/drawingml/2006/main">
            <a:r>
              <a:t>Presentar FoodSave como el proyecto principal. Es una plataforma de apoyo a la planificación: utiliza ventas históricas, recetas e inventario para proponer cantidades y necesidades, y automatiza tareas de abastecimiento y evaluación. La tienda se explicará como una aplicación externa de prueba. No afirmar ahorro o reducción de desperdicio medidos. La imagen es un recurso visual del proyecto, no evidencia de una pastelería operando FoodSave.</a:t>
            </a:r>
          </a:p>
          <a:p xmlns:a="http://schemas.openxmlformats.org/drawingml/2006/main">
            <a:r>
              <a:t/>
            </a:r>
          </a:p>
          <a:p xmlns:a="http://schemas.openxmlformats.org/drawingml/2006/main">
            <a:r>
              <a:t>Fuentes del proyecto:</a:t>
            </a:r>
          </a:p>
          <a:p xmlns:a="http://schemas.openxmlformats.org/drawingml/2006/main">
            <a:r>
              <a:t>C:/Users/axel.cueva/Desktop/uni/savefood_automatizacion/docs/guia-inicio-desarrollo.md</a:t>
            </a:r>
          </a:p>
          <a:p xmlns:a="http://schemas.openxmlformats.org/drawingml/2006/main">
            <a:r>
              <a:t>C:/Users/axel.cueva/Desktop/uni/savefood_automatizacion/docs/diseno/especificacion-visual.md</a:t>
            </a:r>
          </a:p>
          <a:p xmlns:a="http://schemas.openxmlformats.org/drawingml/2006/main">
            <a:r>
              <a:t>C:/Users/axel.cueva/Desktop/uni/savefood_automatizacion/frontend/public/imagenes/panaderia-login.jpg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 La secuencia completa suma 20 minutos.</a:t>
            </a:r>
          </a:p>
          <a:p xmlns:a="http://schemas.openxmlformats.org/drawingml/2006/main">
            <a:r>
              <a:t/>
            </a:r>
          </a:p>
          <a:p xmlns:a="http://schemas.openxmlformats.org/drawingml/2006/main">
            <a:r>
              <a:t>Explicar el problema sin presentar cifras comerciales no medidas. FoodSave conecta la demanda estimada con recetas y stock para calcular producción propuesta y necesidades. Ejemplo verbal: si el pronóstico es 30 y hay 8 productos disponibles, propone 22; después convierte esas unidades en insumos con la receta. Es un ejemplo ilustrativo, no una medición. Un plan no representa producción física y no mueve stock.</a:t>
            </a:r>
          </a:p>
          <a:p xmlns:a="http://schemas.openxmlformats.org/drawingml/2006/main">
            <a:r>
              <a:t/>
            </a:r>
          </a:p>
          <a:p xmlns:a="http://schemas.openxmlformats.org/drawingml/2006/main">
            <a:r>
              <a:t>Fuentes del proyecto:</a:t>
            </a:r>
          </a:p>
          <a:p xmlns:a="http://schemas.openxmlformats.org/drawingml/2006/main">
            <a:r>
              <a:t>C:/Users/axel.cueva/Desktop/uni/savefood_automatizacion/docs/guia-inicio-desarrollo.md</a:t>
            </a:r>
          </a:p>
          <a:p xmlns:a="http://schemas.openxmlformats.org/drawingml/2006/main">
            <a:r>
              <a:t>C:/Users/axel.cueva/Desktop/uni/savefood_automatizacion/docs/automatizacion/flujos-implementados.md</a:t>
            </a:r>
          </a:p>
          <a:p xmlns:a="http://schemas.openxmlformats.org/drawingml/2006/main">
            <a:r>
              <a:t>C:/Users/axel.cueva/Desktop/uni/savefood_automatizacion/docs/base_de_datos/esquema-objetivo-mvp.md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 La secuencia completa suma 20 minutos.</a:t>
            </a:r>
          </a:p>
          <a:p xmlns:a="http://schemas.openxmlformats.org/drawingml/2006/main">
            <a:r>
              <a:t/>
            </a:r>
          </a:p>
          <a:p xmlns:a="http://schemas.openxmlformats.org/drawingml/2006/main">
            <a:r>
              <a:t>Aclarar que FoodSave no es la tienda: es la plataforma principal. La tienda representa un comercio externo con canal electrónico y debe consumir solo APIs HTTP, sin compartir PostgreSQL ni importar servicios internos. El checkout Payme es de preproducción y sus pruebas sobre catálogo de ejemplo no descuentan stock real, no generan ventas operativas ni acreditan la integración completa. El pronóstico actual se demuestra dentro del período histórico de prueba; no es operación diaria indefinida para hoy.</a:t>
            </a:r>
          </a:p>
          <a:p xmlns:a="http://schemas.openxmlformats.org/drawingml/2006/main">
            <a:r>
              <a:t/>
            </a:r>
          </a:p>
          <a:p xmlns:a="http://schemas.openxmlformats.org/drawingml/2006/main">
            <a:r>
              <a:t>Fuentes del proyecto:</a:t>
            </a:r>
          </a:p>
          <a:p xmlns:a="http://schemas.openxmlformats.org/drawingml/2006/main">
            <a:r>
              <a:t>C:/Users/axel.cueva/Desktop/uni/savefood_automatizacion/docs/arquitectura/decisiones/ADR-010-tienda-independiente-payme.md</a:t>
            </a:r>
          </a:p>
          <a:p xmlns:a="http://schemas.openxmlformats.org/drawingml/2006/main">
            <a:r>
              <a:t>C:/Users/axel.cueva/Desktop/uni/savefood_automatizacion/docs/api/contrato-payme-pruebas.md</a:t>
            </a:r>
          </a:p>
          <a:p xmlns:a="http://schemas.openxmlformats.org/drawingml/2006/main">
            <a:r>
              <a:t>C:/Users/axel.cueva/Desktop/uni/savefood_automatizacion/docs/api/contrato-flujo-promociones.md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75 segundos. La secuencia completa suma 20 minutos.</a:t>
            </a:r>
          </a:p>
          <a:p xmlns:a="http://schemas.openxmlformats.org/drawingml/2006/main">
            <a:r>
              <a:t/>
            </a:r>
          </a:p>
          <a:p xmlns:a="http://schemas.openxmlformats.org/drawingml/2006/main">
            <a:r>
              <a:t>F01 se reserva tras la primera carga o al solicitar una nueva versión: conserva artefacto, huella y partición. F02 evalúa fechas del tramo reservado con predicciones de un día adelante; consulta la venta del objetivo después de inferir. F03 permite programar una tarea o un calendario histórico finito de 1 a 31 días. Calcula max(0, pronóstico menos stock de producto), luego necesidades por receta y faltantes. Las ofertas y destinos incompletos pueden bloquear Compras sin impedir conservar el plan. La propuesta no mueve stock. No confundir la evaluación automática con reentrenamiento periódico.</a:t>
            </a:r>
          </a:p>
          <a:p xmlns:a="http://schemas.openxmlformats.org/drawingml/2006/main">
            <a:r>
              <a:t/>
            </a:r>
          </a:p>
          <a:p xmlns:a="http://schemas.openxmlformats.org/drawingml/2006/main">
            <a:r>
              <a:t>Fuentes del proyecto:</a:t>
            </a:r>
          </a:p>
          <a:p xmlns:a="http://schemas.openxmlformats.org/drawingml/2006/main">
            <a:r>
              <a:t>C:/Users/axel.cueva/Desktop/uni/savefood_automatizacion/docs/automatizacion/flujos-implementados.md</a:t>
            </a:r>
          </a:p>
          <a:p xmlns:a="http://schemas.openxmlformats.org/drawingml/2006/main">
            <a:r>
              <a:t>C:/Users/axel.cueva/Desktop/uni/savefood_automatizacion/docs/api/contrato-flujo-promociones.md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75 segundos. La secuencia completa suma 20 minutos.</a:t>
            </a:r>
          </a:p>
          <a:p xmlns:a="http://schemas.openxmlformats.org/drawingml/2006/main">
            <a:r>
              <a:t/>
            </a:r>
          </a:p>
          <a:p xmlns:a="http://schemas.openxmlformats.org/drawingml/2006/main">
            <a:r>
              <a:t>F04 conserva las revisiones evaluadas y excluye ventas ausentes de las métricas: ausencia no es cero. No regenera planes, pedidos o stock. F05 nace de un ajuste nuevo de producto, no de una revisión recurrente de todos los lotes; revisa frescura, horario, vigencia y stock. Solo sugiere: no publica descuentos ni cambia precios. F06 usa una reserva durable separada de las cinco tareas de negocio. Si el envío es incierto, queda pendiente de verificación y requiere conciliación humana; no se reenvía a ciegas. ENVIADO significa mensaje confirmado, no aceptación del proveedor ni recepción de insumos. La recepción ya existe como acción humana con efecto transaccional sobre inventario.</a:t>
            </a:r>
          </a:p>
          <a:p xmlns:a="http://schemas.openxmlformats.org/drawingml/2006/main">
            <a:r>
              <a:t/>
            </a:r>
          </a:p>
          <a:p xmlns:a="http://schemas.openxmlformats.org/drawingml/2006/main">
            <a:r>
              <a:t>Fuentes del proyecto:</a:t>
            </a:r>
          </a:p>
          <a:p xmlns:a="http://schemas.openxmlformats.org/drawingml/2006/main">
            <a:r>
              <a:t>C:/Users/axel.cueva/Desktop/uni/savefood_automatizacion/docs/automatizacion/flujos-implementados.md</a:t>
            </a:r>
          </a:p>
          <a:p xmlns:a="http://schemas.openxmlformats.org/drawingml/2006/main">
            <a:r>
              <a:t>C:/Users/axel.cueva/Desktop/uni/savefood_automatizacion/docs/api/contrato-pedidos.md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45 segundos. La secuencia completa suma 20 minutos.</a:t>
            </a:r>
          </a:p>
          <a:p xmlns:a="http://schemas.openxmlformats.org/drawingml/2006/main">
            <a:r>
              <a:t/>
            </a:r>
          </a:p>
          <a:p xmlns:a="http://schemas.openxmlformats.org/drawingml/2006/main">
            <a:r>
              <a:t>Presentar estas funciones como pendientes, no como partes ya disponibles. Prioridad de integración: acordar identidad del integrador, catálogo/stock, cotización o reserva, confirmación idempotente y conciliación. Las compras de tienda tienen reglas propias y no se incorporan automáticamente al historial Ventas/ML. La publicación de promociones requiere aprobación. Reentrenamiento periódico y detección recurrente de excedentes necesitan política y evidencia nuevas. WhatsApp tiene preparación documental pero no adaptador.</a:t>
            </a:r>
          </a:p>
          <a:p xmlns:a="http://schemas.openxmlformats.org/drawingml/2006/main">
            <a:r>
              <a:t/>
            </a:r>
          </a:p>
          <a:p xmlns:a="http://schemas.openxmlformats.org/drawingml/2006/main">
            <a:r>
              <a:t>Fuentes del proyecto:</a:t>
            </a:r>
          </a:p>
          <a:p xmlns:a="http://schemas.openxmlformats.org/drawingml/2006/main">
            <a:r>
              <a:t>C:/Users/axel.cueva/Desktop/uni/savefood_automatizacion/docs/equipo/plan-ventas-vivo-simulacion.md</a:t>
            </a:r>
          </a:p>
          <a:p xmlns:a="http://schemas.openxmlformats.org/drawingml/2006/main">
            <a:r>
              <a:t>C:/Users/axel.cueva/Desktop/uni/savefood_automatizacion/docs/api/contrato-tienda.md</a:t>
            </a:r>
          </a:p>
          <a:p xmlns:a="http://schemas.openxmlformats.org/drawingml/2006/main">
            <a:r>
              <a:t>C:/Users/axel.cueva/Desktop/uni/savefood_automatizacion/docs/api/contrato-payme-pruebas.md</a:t>
            </a:r>
          </a:p>
          <a:p xmlns:a="http://schemas.openxmlformats.org/drawingml/2006/main">
            <a:r>
              <a:t>C:/Users/axel.cueva/Desktop/uni/savefood_automatizacion/docs/api/configurar-whatsapp.md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90 segundos. La secuencia completa suma 20 minutos.</a:t>
            </a:r>
          </a:p>
          <a:p xmlns:a="http://schemas.openxmlformats.org/drawingml/2006/main">
            <a:r>
              <a:t/>
            </a:r>
          </a:p>
          <a:p xmlns:a="http://schemas.openxmlformats.org/drawingml/2006/main">
            <a:r>
              <a:t>Abrir en Drive los diagramas UML preparados por el equipo; el tiempo incluye cambiar de ventana y volver. En casos de uso, explicar administrador y operador y la interacción de Telegram, sin convertir componentes internos como Celery en actores humanos. El alcance del gráfico general nace de F01-F06; no necesita un BPMN principal adicional. En actividad, destacar cuatro disparadores independientes: preparación, programación vencida, corrección de venta y ajuste de producto. F03 reserva F04 y, si corresponde, continúa a F06. No presentar todos los flujos como una secuencia obligatoria. Volver a la presentación tras señalar una decisión representativa. El enlace de Drive no se recibió en esta tarea; abrir la carpeta que el equipo disponga.</a:t>
            </a:r>
          </a:p>
          <a:p xmlns:a="http://schemas.openxmlformats.org/drawingml/2006/main">
            <a:r>
              <a:t/>
            </a:r>
          </a:p>
          <a:p xmlns:a="http://schemas.openxmlformats.org/drawingml/2006/main">
            <a:r>
              <a:t>Fuentes del proyecto:</a:t>
            </a:r>
          </a:p>
          <a:p xmlns:a="http://schemas.openxmlformats.org/drawingml/2006/main">
            <a:r>
              <a:t>C:/Users/axel.cueva/Desktop/uni/savefood_automatizacion/docs/automatizacion/flujos-implementados.md</a:t>
            </a:r>
          </a:p>
          <a:p xmlns:a="http://schemas.openxmlformats.org/drawingml/2006/main">
            <a:r>
              <a:t>C:/Users/axel.cueva/Desktop/uni/savefood_automatizacion/docs/equipo/responsabilidades.md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90 segundos. La secuencia completa suma 20 minutos.</a:t>
            </a:r>
          </a:p>
          <a:p xmlns:a="http://schemas.openxmlformats.org/drawingml/2006/main">
            <a:r>
              <a:t/>
            </a:r>
          </a:p>
          <a:p xmlns:a="http://schemas.openxmlformats.org/drawingml/2006/main">
            <a:r>
              <a:t>Abrir en Drive el BPMN que corresponda a la explicación; se están elaborando seis BPMN separados y no existe un BPMN principal. Elegir F03 para mostrar inicio por vencimiento, validaciones, cálculo de faltantes y resultados; si hay tiempo, señalar la continuación F06 para aprobación o modo automático. No recorrer todos los símbolos de los seis diagramas. En F06, Telegram entrega el mensaje al chat de pruebas que representa al proveedor. La recepción física es confirmada por una persona en F08, fuera de las seis automatizaciones repartidas. F07 es infraestructura técnica. TO-BE representa la forma de trabajo propuesta y debe distinguir cualquier ampliación futura de lo implementado.</a:t>
            </a:r>
          </a:p>
          <a:p xmlns:a="http://schemas.openxmlformats.org/drawingml/2006/main">
            <a:r>
              <a:t/>
            </a:r>
          </a:p>
          <a:p xmlns:a="http://schemas.openxmlformats.org/drawingml/2006/main">
            <a:r>
              <a:t>Fuentes del proyecto:</a:t>
            </a:r>
          </a:p>
          <a:p xmlns:a="http://schemas.openxmlformats.org/drawingml/2006/main">
            <a:r>
              <a:t>C:/Users/axel.cueva/Desktop/uni/savefood_automatizacion/docs/automatizacion/flujos-implementados.md</a:t>
            </a:r>
          </a:p>
          <a:p xmlns:a="http://schemas.openxmlformats.org/drawingml/2006/main">
            <a:r>
              <a:t>C:/Users/axel.cueva/Desktop/uni/savefood_automatizacion/docs/procesos/README.md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 La secuencia completa suma 20 minutos.</a:t>
            </a:r>
          </a:p>
          <a:p xmlns:a="http://schemas.openxmlformats.org/drawingml/2006/main">
            <a:r>
              <a:t/>
            </a:r>
          </a:p>
          <a:p xmlns:a="http://schemas.openxmlformats.org/drawingml/2006/main">
            <a:r>
              <a:t>Definir ECA con un ejemplo: evento, llega la hora; condición, programación pendiente y elegible; acción, generar propuesta. Las condiciones del dominio se vuelven a comprobar al ejecutar. En promociones, el ajuste reserva la evaluación; sugerir el descuento requiere además frescura, vigencia, horario y umbral. Para Telegram, la reserva no equivale al envío ya realizado. Explicar idempotencia en lenguaje simple: repetir la misma solicitud válida recupera el resultado sin volver a aplicar el efecto; una clave con distinto contenido se rechaza.</a:t>
            </a:r>
          </a:p>
          <a:p xmlns:a="http://schemas.openxmlformats.org/drawingml/2006/main">
            <a:r>
              <a:t/>
            </a:r>
          </a:p>
          <a:p xmlns:a="http://schemas.openxmlformats.org/drawingml/2006/main">
            <a:r>
              <a:t>Fuentes del proyecto:</a:t>
            </a:r>
          </a:p>
          <a:p xmlns:a="http://schemas.openxmlformats.org/drawingml/2006/main">
            <a:r>
              <a:t>C:/Users/axel.cueva/Desktop/uni/savefood_automatizacion/docs/automatizacion/flujos-implementados.md</a:t>
            </a:r>
          </a:p>
          <a:p xmlns:a="http://schemas.openxmlformats.org/drawingml/2006/main">
            <a:r>
              <a:t>C:/Users/axel.cueva/Desktop/uni/savefood_automatizacion/docs/api/contrato-flujo-promociones.md</a:t>
            </a:r>
          </a:p>
          <a:p xmlns:a="http://schemas.openxmlformats.org/drawingml/2006/main">
            <a:r>
              <a:t>C:/Users/axel.cueva/Desktop/uni/savefood_automatizacion/docs/api/contrato-pedidos.md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 La secuencia completa suma 20 minutos.</a:t>
            </a:r>
          </a:p>
          <a:p xmlns:a="http://schemas.openxmlformats.org/drawingml/2006/main">
            <a:r>
              <a:t/>
            </a:r>
          </a:p>
          <a:p xmlns:a="http://schemas.openxmlformats.org/drawingml/2006/main">
            <a:r>
              <a:t>Abrir o señalar el diagrama de arquitectura en Drive. Resumir el recorrido de una programación: se guarda en PostgreSQL; Beat solicita despacho cada 30 segundos, un worker consulta tareas elegibles y publica identidades en Redis, los workers ejecutan lógica del mismo backend modular y persisten resultados. No presentar ML como microservicio separado. Hay volumen de artefactos además de la base. Telegram es externo y la tienda tiene Compose/API/datos propios. El entorno es una instalación local por comercio y una sucursal. No prometer ejecución con la PC apagada ni disparo al segundo exacto.</a:t>
            </a:r>
          </a:p>
          <a:p xmlns:a="http://schemas.openxmlformats.org/drawingml/2006/main">
            <a:r>
              <a:t/>
            </a:r>
          </a:p>
          <a:p xmlns:a="http://schemas.openxmlformats.org/drawingml/2006/main">
            <a:r>
              <a:t>Fuentes del proyecto:</a:t>
            </a:r>
          </a:p>
          <a:p xmlns:a="http://schemas.openxmlformats.org/drawingml/2006/main">
            <a:r>
              <a:t>C:/Users/axel.cueva/Desktop/uni/savefood_automatizacion/docs/arquitectura/vision_general.md</a:t>
            </a:r>
          </a:p>
          <a:p xmlns:a="http://schemas.openxmlformats.org/drawingml/2006/main">
            <a:r>
              <a:t>C:/Users/axel.cueva/Desktop/uni/savefood_automatizacion/compose.yaml</a:t>
            </a:r>
          </a:p>
          <a:p xmlns:a="http://schemas.openxmlformats.org/drawingml/2006/main">
            <a:r>
              <a:t>C:/Users/axel.cueva/Desktop/uni/savefood_automatizacion/docs/automatizacion/flujos-implementados.md</a:t>
            </a:r>
          </a:p>
          <a:p xmlns:a="http://schemas.openxmlformats.org/drawingml/2006/main">
            <a:r>
              <a:t>C:/Users/axel.cueva/Desktop/uni/savefood_automatizacion/docs/arquitectura/decisiones/ADR-010-tienda-independiente-payme.md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 La secuencia completa suma 20 minutos.</a:t>
            </a:r>
          </a:p>
          <a:p xmlns:a="http://schemas.openxmlformats.org/drawingml/2006/main">
            <a:r>
              <a:t/>
            </a:r>
          </a:p>
          <a:p xmlns:a="http://schemas.openxmlformats.org/drawingml/2006/main">
            <a:r>
              <a:t>Mostrar en Drive el ER completo con campos, tipos, PK, FK, UK y nulabilidad. El inventario del código contiene 38 tablas, 357 columnas y 67 FK hasta 0019; no confundir con introspección de la base desplegada. Cliente corresponde a identidad del API de FoodSave en 0019; los pagos de la tienda van en SQLite independiente. Seguir un solo recorrido: producto, pronóstico, plan, necesidad y pedido. Mencionar receta/modelo/revisión conservados y stock transaccional. Cada movimiento afecta un lote de ingrediente o uno de producto, nunca ambos. UK compuesta no significa que cada participante sea único por separado.</a:t>
            </a:r>
          </a:p>
          <a:p xmlns:a="http://schemas.openxmlformats.org/drawingml/2006/main">
            <a:r>
              <a:t/>
            </a:r>
          </a:p>
          <a:p xmlns:a="http://schemas.openxmlformats.org/drawingml/2006/main">
            <a:r>
              <a:t>Fuentes del proyecto:</a:t>
            </a:r>
          </a:p>
          <a:p xmlns:a="http://schemas.openxmlformats.org/drawingml/2006/main">
            <a:r>
              <a:t>C:/Users/axel.cueva/Desktop/uni/savefood_automatizacion/docs/base_de_datos/estructura-fisica.md</a:t>
            </a:r>
          </a:p>
          <a:p xmlns:a="http://schemas.openxmlformats.org/drawingml/2006/main">
            <a:r>
              <a:t>C:/Users/axel.cueva/Desktop/uni/savefood_automatizacion/docs/base_de_datos/diagrama-entidad-relacion.md</a:t>
            </a:r>
          </a:p>
          <a:p xmlns:a="http://schemas.openxmlformats.org/drawingml/2006/main">
            <a:r>
              <a:t>C:/Users/axel.cueva/Desktop/uni/savefood_automatizacion/docs/arquitectura/decisiones/ADR-010-tienda-independiente-payme.md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75 segundos. La secuencia completa suma 20 minutos.</a:t>
            </a:r>
          </a:p>
          <a:p xmlns:a="http://schemas.openxmlformats.org/drawingml/2006/main">
            <a:r>
              <a:t/>
            </a:r>
          </a:p>
          <a:p xmlns:a="http://schemas.openxmlformats.org/drawingml/2006/main">
            <a:r>
              <a:t>Las rutas de FoodSave mostradas usan la base /api/v1 y sesión/rol según contrato. Explicar una solicitud de programación y luego la consulta del estado, sin llenar la exposición con JSON. El envío Telegram es integración real disponible, aunque cualquier demo con mensaje debe estar autorizada y configurada en chat propio. La tienda usa su propia API /api/v1/pagos y Payme solo de preproducción: CARD, YAPE, QR y PAGOEFECTIVO. El SDK abierto no demuestra pago aprobado. Catálogo/stock/pedido de FoodSave y su consumidor de tienda no están conectados de extremo a extremo; reserva y confirmación idempotente deben acordarse antes de mover inventario. WhatsApp queda en futuro.</a:t>
            </a:r>
          </a:p>
          <a:p xmlns:a="http://schemas.openxmlformats.org/drawingml/2006/main">
            <a:r>
              <a:t/>
            </a:r>
          </a:p>
          <a:p xmlns:a="http://schemas.openxmlformats.org/drawingml/2006/main">
            <a:r>
              <a:t>Fuentes del proyecto:</a:t>
            </a:r>
          </a:p>
          <a:p xmlns:a="http://schemas.openxmlformats.org/drawingml/2006/main">
            <a:r>
              <a:t>C:/Users/axel.cueva/Desktop/uni/savefood_automatizacion/docs/api/rutas-api.md</a:t>
            </a:r>
          </a:p>
          <a:p xmlns:a="http://schemas.openxmlformats.org/drawingml/2006/main">
            <a:r>
              <a:t>C:/Users/axel.cueva/Desktop/uni/savefood_automatizacion/docs/api/contrato-payme-pruebas.md</a:t>
            </a:r>
          </a:p>
          <a:p xmlns:a="http://schemas.openxmlformats.org/drawingml/2006/main">
            <a:r>
              <a:t>C:/Users/axel.cueva/Desktop/uni/savefood_automatizacion/docs/api/contrato-tienda.md</a:t>
            </a:r>
          </a:p>
          <a:p xmlns:a="http://schemas.openxmlformats.org/drawingml/2006/main">
            <a:r>
              <a:t>C:/Users/axel.cueva/Desktop/uni/savefood_automatizacion/docs/api/configurar-telegram.md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360 segundos. La secuencia completa suma 20 minutos.</a:t>
            </a:r>
          </a:p>
          <a:p xmlns:a="http://schemas.openxmlformats.org/drawingml/2006/main">
            <a:r>
              <a:t/>
            </a:r>
          </a:p>
          <a:p xmlns:a="http://schemas.openxmlformats.org/drawingml/2006/main">
            <a:r>
              <a:t>Mostrar el sistema durante seis minutos. 0:00–0:30: modelo disponible, productos, recetas y stock. 0:30–1:30: configurar y confirmar programación cercana; explicar los parámetros durante la espera. 1:30–3:30: ejecución, pronóstico, plan, faltantes y pedidos siguiendo el mismo producto. 3:30–4:30: aprobación/estado de envío y evaluación del pronóstico, con evidencia previa si el envío en vivo no está autorizado. 4:30–5:00: evaluación de promoción ya preparada. 5:00–6:00: tienda como aplicación externa de prueba. No ejecutar una primera carga o entrenamiento completo durante el tiempo de demo. Confirmar antes de exponer que el escenario permite generar una propuesta y no hay compra activa que lo bloquee. No modificar stock real mediante una compra de ejemplo. Un envío real necesita autorización expresa en la tarea correspondiente.</a:t>
            </a:r>
          </a:p>
          <a:p xmlns:a="http://schemas.openxmlformats.org/drawingml/2006/main">
            <a:r>
              <a:t/>
            </a:r>
          </a:p>
          <a:p xmlns:a="http://schemas.openxmlformats.org/drawingml/2006/main">
            <a:r>
              <a:t>Fuentes del proyecto:</a:t>
            </a:r>
          </a:p>
          <a:p xmlns:a="http://schemas.openxmlformats.org/drawingml/2006/main">
            <a:r>
              <a:t>C:/Users/axel.cueva/Desktop/uni/savefood_automatizacion/docs/automatizacion/flujos-implementados.md</a:t>
            </a:r>
          </a:p>
          <a:p xmlns:a="http://schemas.openxmlformats.org/drawingml/2006/main">
            <a:r>
              <a:t>C:/Users/axel.cueva/Desktop/uni/savefood_automatizacion/docs/api/contrato-payme-pruebas.md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 La secuencia completa suma 20 minutos.</a:t>
            </a:r>
          </a:p>
          <a:p xmlns:a="http://schemas.openxmlformats.org/drawingml/2006/main">
            <a:r>
              <a:t/>
            </a:r>
          </a:p>
          <a:p xmlns:a="http://schemas.openxmlformats.org/drawingml/2006/main">
            <a:r>
              <a:t>Cerrar con lo que se demostró: decisiones propuestas y automatizaciones trazables dentro del alcance histórico. No afirmar reducción de desperdicio, ahorro o precisión comercial medida. El siguiente incremento prioritario es la integración con datos actuales y tienda independiente por APIs, con reglas de stock e idempotencia verificadas. La producción física y la recepción no se infieren de una propuesta o un mensaje. Reservar los últimos segundos para transición a preguntas si el tiempo lo permite.</a:t>
            </a:r>
          </a:p>
          <a:p xmlns:a="http://schemas.openxmlformats.org/drawingml/2006/main">
            <a:r>
              <a:t/>
            </a:r>
          </a:p>
          <a:p xmlns:a="http://schemas.openxmlformats.org/drawingml/2006/main">
            <a:r>
              <a:t>Fuentes del proyecto:</a:t>
            </a:r>
          </a:p>
          <a:p xmlns:a="http://schemas.openxmlformats.org/drawingml/2006/main">
            <a:r>
              <a:t>C:/Users/axel.cueva/Desktop/uni/savefood_automatizacion/docs/guia-inicio-desarrollo.md</a:t>
            </a:r>
          </a:p>
          <a:p xmlns:a="http://schemas.openxmlformats.org/drawingml/2006/main">
            <a:r>
              <a:t>C:/Users/axel.cueva/Desktop/uni/savefood_automatizacion/docs/arquitectura/decisiones/ADR-010-tienda-independiente-payme.md</a:t>
            </a:r>
          </a:p>
          <a:p xmlns:a="http://schemas.openxmlformats.org/drawingml/2006/main">
            <a:r>
              <a:t>C:/Users/axel.cueva/Desktop/uni/savefood_automatizacion/docs/equipo/plan-ventas-vivo-simulacion.md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f27a9acff240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4e691fe88f46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6eef388d21f481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3dd1aa2997432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bbf7742d0864b1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758983510242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AA888D-5A95-4C4D-AA44-703ABADB107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EB699BE-FD2D-4876-BC7D-2FDA67040A0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0454CAA-29F3-45F5-A193-B9D45736E6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06A0FB-831B-483D-A3DC-298E44C873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2FDA17-87A6-44ED-BD04-32C9E0FF5C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67B315D-483A-47CB-8176-7CA55D2FFA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AF1608-7DA6-4711-9B87-1015EA67F8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38E64BC-66CD-4C62-A94B-BD591F40115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EBB6F7-3598-47AB-A880-4F55185253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CDDAD3-90DB-4BA2-B8C7-3A3308021F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25ec9bb78c4704" /><Relationship Type="http://schemas.openxmlformats.org/officeDocument/2006/relationships/slideLayout" Target="/ppt/slideLayouts/slideLayout1.xml" Id="Re2e6282e15744e9a" /><Relationship Type="http://schemas.openxmlformats.org/officeDocument/2006/relationships/slideLayout" Target="/ppt/slideLayouts/slideLayout2.xml" Id="R7f8fa03ce3ab4f1b" /><Relationship Type="http://schemas.openxmlformats.org/officeDocument/2006/relationships/slideLayout" Target="/ppt/slideLayouts/slideLayout3.xml" Id="Rb5f9520f0b17409b" /><Relationship Type="http://schemas.openxmlformats.org/officeDocument/2006/relationships/slideLayout" Target="/ppt/slideLayouts/slideLayout4.xml" Id="Rbfaf391d68d34e57" /><Relationship Type="http://schemas.openxmlformats.org/officeDocument/2006/relationships/slideLayout" Target="/ppt/slideLayouts/slideLayout5.xml" Id="Rf92d5982f2594611" /><Relationship Type="http://schemas.openxmlformats.org/officeDocument/2006/relationships/slideLayout" Target="/ppt/slideLayouts/slideLayout6.xml" Id="R68efe2c2f3d840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e6282e15744e9a"/>
    <p:sldLayoutId xmlns:r="http://schemas.openxmlformats.org/officeDocument/2006/relationships" id="2147483650" r:id="R7f8fa03ce3ab4f1b"/>
    <p:sldLayoutId xmlns:r="http://schemas.openxmlformats.org/officeDocument/2006/relationships" id="2147483651" r:id="Rb5f9520f0b17409b"/>
    <p:sldLayoutId xmlns:r="http://schemas.openxmlformats.org/officeDocument/2006/relationships" id="2147483652" r:id="Rbfaf391d68d34e57"/>
    <p:sldLayoutId xmlns:r="http://schemas.openxmlformats.org/officeDocument/2006/relationships" id="2147483653" r:id="Rf92d5982f2594611"/>
    <p:sldLayoutId xmlns:r="http://schemas.openxmlformats.org/officeDocument/2006/relationships" id="2147483654" r:id="R68efe2c2f3d840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6d28d5cf89e4d8b" /><Relationship Type="http://schemas.openxmlformats.org/officeDocument/2006/relationships/image" Target="/ppt/media/image.jpeg" Id="R5dce514fa7124d0e" /><Relationship Type="http://schemas.openxmlformats.org/officeDocument/2006/relationships/notesSlide" Target="/ppt/notesSlides/notesSlide1.xml" Id="Rcdcff3d4307f45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50fd4302ea54bbc" /><Relationship Type="http://schemas.openxmlformats.org/officeDocument/2006/relationships/notesSlide" Target="/ppt/notesSlides/notesSlide2.xml" Id="R7006e0bcc8834a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91053656d844743" /><Relationship Type="http://schemas.openxmlformats.org/officeDocument/2006/relationships/notesSlide" Target="/ppt/notesSlides/notesSlide3.xml" Id="R8564e03b5df249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6b46828f5634cea" /><Relationship Type="http://schemas.openxmlformats.org/officeDocument/2006/relationships/notesSlide" Target="/ppt/notesSlides/notesSlide4.xml" Id="R29977e20db3c41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268779f2bf14ba3" /><Relationship Type="http://schemas.openxmlformats.org/officeDocument/2006/relationships/notesSlide" Target="/ppt/notesSlides/notesSlide5.xml" Id="R5fb90c501a2e46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7d06b137f584e42" /><Relationship Type="http://schemas.openxmlformats.org/officeDocument/2006/relationships/notesSlide" Target="/ppt/notesSlides/notesSlide6.xml" Id="Raecb1e2288a44e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23af1c52c3347af" /><Relationship Type="http://schemas.openxmlformats.org/officeDocument/2006/relationships/notesSlide" Target="/ppt/notesSlides/notesSlide7.xml" Id="R4532734c9c5545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449c9ff329049ec" /><Relationship Type="http://schemas.openxmlformats.org/officeDocument/2006/relationships/notesSlide" Target="/ppt/notesSlides/notesSlide8.xml" Id="R32c5f3873ae24bd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216738af7504197" /><Relationship Type="http://schemas.openxmlformats.org/officeDocument/2006/relationships/notesSlide" Target="/ppt/notesSlides/notesSlide9.xml" Id="R9b0026f657034d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37b7576b054801" /><Relationship Type="http://schemas.openxmlformats.org/officeDocument/2006/relationships/notesSlide" Target="/ppt/notesSlides/notesSlide10.xml" Id="R353849bdd4ff4a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493a9ebe79e45b6" /><Relationship Type="http://schemas.openxmlformats.org/officeDocument/2006/relationships/notesSlide" Target="/ppt/notesSlides/notesSlide11.xml" Id="Raa13989a230d4bb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757ea966fa04c75" /><Relationship Type="http://schemas.openxmlformats.org/officeDocument/2006/relationships/notesSlide" Target="/ppt/notesSlides/notesSlide12.xml" Id="Reedf6d8d40f045f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e448afb22d345db" /><Relationship Type="http://schemas.openxmlformats.org/officeDocument/2006/relationships/notesSlide" Target="/ppt/notesSlides/notesSlide13.xml" Id="Ra1e5746b6e1b469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047705a99ab44f0" /><Relationship Type="http://schemas.openxmlformats.org/officeDocument/2006/relationships/notesSlide" Target="/ppt/notesSlides/notesSlide14.xml" Id="Ra58b224ead5a43f3" /></Relationships>
</file>

<file path=ppt/slides/slide1.xml><?xml version="1.0" encoding="utf-8"?>
<p:sld xmlns:p="http://schemas.openxmlformats.org/presentationml/2006/main">
  <p:cSld>
    <p:bg>
      <p:bgPr>
        <a:solidFill xmlns:a="http://schemas.openxmlformats.org/drawingml/2006/main">
          <a:srgbClr val="0E3B31"/>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05D47743-57FF-4A52-AB44-BEA332F68D8F}"/>
              </a:ext>
            </a:extLst>
          </p:cNvPr>
          <p:cNvPicPr>
            <a:picLocks xmlns:a="http://schemas.openxmlformats.org/drawingml/2006/main" noChangeAspect="1"/>
          </p:cNvPicPr>
          <p:nvPr/>
        </p:nvPicPr>
        <p:blipFill>
          <a:blip xmlns:r="http://schemas.openxmlformats.org/officeDocument/2006/relationships" xmlns:a="http://schemas.openxmlformats.org/drawingml/2006/main" r:embed="R5dce514fa7124d0e"/>
          <a:srcRect xmlns:a="http://schemas.openxmlformats.org/drawingml/2006/main" l="54000" t="0" r="0" b="0"/>
          <a:stretch xmlns:a="http://schemas.openxmlformats.org/drawingml/2006/main"/>
        </p:blipFill>
        <p:spPr>
          <a:xfrm xmlns:a="http://schemas.openxmlformats.org/drawingml/2006/main">
            <a:off x="7086600" y="0"/>
            <a:ext cx="5105400" cy="6858000"/>
          </a:xfrm>
          <a:prstGeom xmlns:a="http://schemas.openxmlformats.org/drawingml/2006/main" prst="rect">
            <a:avLst/>
          </a:prstGeom>
        </p:spPr>
      </p:pic>
      <p:sp>
        <p:nvSpPr>
          <p:cNvPr id="2" name="FoodSave">
            <a:extLst xmlns:a="http://schemas.openxmlformats.org/drawingml/2006/main">
              <a:ext uri="{FF2B5EF4-FFF2-40B4-BE49-F238E27FC236}">
                <a16:creationId xmlns:a16="http://schemas.microsoft.com/office/drawing/2014/main" id="{4C75B299-9761-4221-9AB0-B467205BE43D}"/>
              </a:ext>
            </a:extLst>
          </p:cNvPr>
          <p:cNvSpPr>
            <a:spLocks xmlns:a="http://schemas.openxmlformats.org/drawingml/2006/main" noGrp="1"/>
          </p:cNvSpPr>
          <p:nvPr/>
        </p:nvSpPr>
        <p:spPr>
          <a:xfrm xmlns:a="http://schemas.openxmlformats.org/drawingml/2006/main">
            <a:off x="685800" y="1485900"/>
            <a:ext cx="6000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750" b="1">
                <a:solidFill>
                  <a:srgbClr val="FFFFFF"/>
                </a:solidFill>
                <a:latin typeface="Arial"/>
                <a:ea typeface="Arial"/>
                <a:cs typeface="Arial"/>
              </a:defRPr>
            </a:defPPr>
            <a:lvl1pPr algn="l">
              <a:buNone/>
              <a:defRPr sz="6750" b="1">
                <a:solidFill>
                  <a:srgbClr val="FFFFFF"/>
                </a:solidFill>
                <a:latin typeface="Arial"/>
                <a:ea typeface="Arial"/>
                <a:cs typeface="Arial"/>
              </a:defRPr>
            </a:lvl1pPr>
            <a:lvl2pPr algn="l">
              <a:buNone/>
              <a:defRPr sz="6750" b="1">
                <a:solidFill>
                  <a:srgbClr val="FFFFFF"/>
                </a:solidFill>
                <a:latin typeface="Arial"/>
                <a:ea typeface="Arial"/>
                <a:cs typeface="Arial"/>
              </a:defRPr>
            </a:lvl2pPr>
            <a:lvl3pPr algn="l">
              <a:buNone/>
              <a:defRPr sz="6750" b="1">
                <a:solidFill>
                  <a:srgbClr val="FFFFFF"/>
                </a:solidFill>
                <a:latin typeface="Arial"/>
                <a:ea typeface="Arial"/>
                <a:cs typeface="Arial"/>
              </a:defRPr>
            </a:lvl3pPr>
            <a:lvl4pPr algn="l">
              <a:buNone/>
              <a:defRPr sz="6750" b="1">
                <a:solidFill>
                  <a:srgbClr val="FFFFFF"/>
                </a:solidFill>
                <a:latin typeface="Arial"/>
                <a:ea typeface="Arial"/>
                <a:cs typeface="Arial"/>
              </a:defRPr>
            </a:lvl4pPr>
            <a:lvl5pPr algn="l">
              <a:buNone/>
              <a:defRPr sz="6750" b="1">
                <a:solidFill>
                  <a:srgbClr val="FFFFFF"/>
                </a:solidFill>
                <a:latin typeface="Arial"/>
                <a:ea typeface="Arial"/>
                <a:cs typeface="Arial"/>
              </a:defRPr>
            </a:lvl5pPr>
            <a:lvl6pPr algn="l">
              <a:buNone/>
              <a:defRPr sz="6750" b="1">
                <a:solidFill>
                  <a:srgbClr val="FFFFFF"/>
                </a:solidFill>
                <a:latin typeface="Arial"/>
                <a:ea typeface="Arial"/>
                <a:cs typeface="Arial"/>
              </a:defRPr>
            </a:lvl6pPr>
            <a:lvl7pPr algn="l">
              <a:buNone/>
              <a:defRPr sz="6750" b="1">
                <a:solidFill>
                  <a:srgbClr val="FFFFFF"/>
                </a:solidFill>
                <a:latin typeface="Arial"/>
                <a:ea typeface="Arial"/>
                <a:cs typeface="Arial"/>
              </a:defRPr>
            </a:lvl7pPr>
            <a:lvl8pPr algn="l">
              <a:buNone/>
              <a:defRPr sz="6750" b="1">
                <a:solidFill>
                  <a:srgbClr val="FFFFFF"/>
                </a:solidFill>
                <a:latin typeface="Arial"/>
                <a:ea typeface="Arial"/>
                <a:cs typeface="Arial"/>
              </a:defRPr>
            </a:lvl8pPr>
            <a:lvl9pPr algn="l">
              <a:buNone/>
              <a:defRPr sz="6750" b="1">
                <a:solidFill>
                  <a:srgbClr val="FFFFFF"/>
                </a:solidFill>
                <a:latin typeface="Arial"/>
                <a:ea typeface="Arial"/>
                <a:cs typeface="Arial"/>
              </a:defRPr>
            </a:lvl9pPr>
          </a:lstStyle>
          <a:p xmlns:a="http://schemas.openxmlformats.org/drawingml/2006/main">
            <a:pPr algn="l">
              <a:buNone/>
              <a:defRPr sz="6750" b="1">
                <a:solidFill>
                  <a:srgbClr val="FFFFFF"/>
                </a:solidFill>
                <a:latin typeface="Arial"/>
                <a:ea typeface="Arial"/>
                <a:cs typeface="Arial"/>
              </a:defRPr>
            </a:pPr>
            <a:r>
              <a:rPr sz="6750" b="1">
                <a:solidFill>
                  <a:srgbClr val="FFFFFF"/>
                </a:solidFill>
                <a:latin typeface="Arial"/>
                <a:ea typeface="Arial"/>
                <a:cs typeface="Arial"/>
              </a:rPr>
              <a:t>FoodSave</a:t>
            </a:r>
          </a:p>
        </p:txBody>
      </p:sp>
      <p:sp>
        <p:nvSpPr>
          <p:cNvPr id="3" name="Planificación y automatización para pastelerías">
            <a:extLst xmlns:a="http://schemas.openxmlformats.org/drawingml/2006/main">
              <a:ext uri="{FF2B5EF4-FFF2-40B4-BE49-F238E27FC236}">
                <a16:creationId xmlns:a16="http://schemas.microsoft.com/office/drawing/2014/main" id="{21492B59-05A7-4D82-B9BA-DE2F6341F360}"/>
              </a:ext>
            </a:extLst>
          </p:cNvPr>
          <p:cNvSpPr>
            <a:spLocks xmlns:a="http://schemas.openxmlformats.org/drawingml/2006/main" noGrp="1"/>
          </p:cNvSpPr>
          <p:nvPr/>
        </p:nvSpPr>
        <p:spPr>
          <a:xfrm xmlns:a="http://schemas.openxmlformats.org/drawingml/2006/main">
            <a:off x="723900" y="2895600"/>
            <a:ext cx="5715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FFFFFF"/>
                </a:solidFill>
                <a:latin typeface="Arial"/>
                <a:ea typeface="Arial"/>
                <a:cs typeface="Arial"/>
              </a:defRPr>
            </a:defPPr>
            <a:lvl1pPr algn="l">
              <a:buNone/>
              <a:defRPr sz="3150" b="0">
                <a:solidFill>
                  <a:srgbClr val="FFFFFF"/>
                </a:solidFill>
                <a:latin typeface="Arial"/>
                <a:ea typeface="Arial"/>
                <a:cs typeface="Arial"/>
              </a:defRPr>
            </a:lvl1pPr>
            <a:lvl2pPr algn="l">
              <a:buNone/>
              <a:defRPr sz="3150" b="0">
                <a:solidFill>
                  <a:srgbClr val="FFFFFF"/>
                </a:solidFill>
                <a:latin typeface="Arial"/>
                <a:ea typeface="Arial"/>
                <a:cs typeface="Arial"/>
              </a:defRPr>
            </a:lvl2pPr>
            <a:lvl3pPr algn="l">
              <a:buNone/>
              <a:defRPr sz="3150" b="0">
                <a:solidFill>
                  <a:srgbClr val="FFFFFF"/>
                </a:solidFill>
                <a:latin typeface="Arial"/>
                <a:ea typeface="Arial"/>
                <a:cs typeface="Arial"/>
              </a:defRPr>
            </a:lvl3pPr>
            <a:lvl4pPr algn="l">
              <a:buNone/>
              <a:defRPr sz="3150" b="0">
                <a:solidFill>
                  <a:srgbClr val="FFFFFF"/>
                </a:solidFill>
                <a:latin typeface="Arial"/>
                <a:ea typeface="Arial"/>
                <a:cs typeface="Arial"/>
              </a:defRPr>
            </a:lvl4pPr>
            <a:lvl5pPr algn="l">
              <a:buNone/>
              <a:defRPr sz="3150" b="0">
                <a:solidFill>
                  <a:srgbClr val="FFFFFF"/>
                </a:solidFill>
                <a:latin typeface="Arial"/>
                <a:ea typeface="Arial"/>
                <a:cs typeface="Arial"/>
              </a:defRPr>
            </a:lvl5pPr>
            <a:lvl6pPr algn="l">
              <a:buNone/>
              <a:defRPr sz="3150" b="0">
                <a:solidFill>
                  <a:srgbClr val="FFFFFF"/>
                </a:solidFill>
                <a:latin typeface="Arial"/>
                <a:ea typeface="Arial"/>
                <a:cs typeface="Arial"/>
              </a:defRPr>
            </a:lvl6pPr>
            <a:lvl7pPr algn="l">
              <a:buNone/>
              <a:defRPr sz="3150" b="0">
                <a:solidFill>
                  <a:srgbClr val="FFFFFF"/>
                </a:solidFill>
                <a:latin typeface="Arial"/>
                <a:ea typeface="Arial"/>
                <a:cs typeface="Arial"/>
              </a:defRPr>
            </a:lvl7pPr>
            <a:lvl8pPr algn="l">
              <a:buNone/>
              <a:defRPr sz="3150" b="0">
                <a:solidFill>
                  <a:srgbClr val="FFFFFF"/>
                </a:solidFill>
                <a:latin typeface="Arial"/>
                <a:ea typeface="Arial"/>
                <a:cs typeface="Arial"/>
              </a:defRPr>
            </a:lvl8pPr>
            <a:lvl9pPr algn="l">
              <a:buNone/>
              <a:defRPr sz="3150" b="0">
                <a:solidFill>
                  <a:srgbClr val="FFFFFF"/>
                </a:solidFill>
                <a:latin typeface="Arial"/>
                <a:ea typeface="Arial"/>
                <a:cs typeface="Arial"/>
              </a:defRPr>
            </a:lvl9pPr>
          </a:lstStyle>
          <a:p xmlns:a="http://schemas.openxmlformats.org/drawingml/2006/main">
            <a:pPr algn="l">
              <a:buNone/>
              <a:defRPr sz="3150" b="0">
                <a:solidFill>
                  <a:srgbClr val="FFFFFF"/>
                </a:solidFill>
                <a:latin typeface="Arial"/>
                <a:ea typeface="Arial"/>
                <a:cs typeface="Arial"/>
              </a:defRPr>
            </a:pPr>
            <a:r>
              <a:rPr sz="3150" b="0">
                <a:solidFill>
                  <a:srgbClr val="FFFFFF"/>
                </a:solidFill>
                <a:latin typeface="Arial"/>
                <a:ea typeface="Arial"/>
                <a:cs typeface="Arial"/>
              </a:rPr>
              <a:t>Planificación y automatización</a:t>
            </a:r>
          </a:p>
          <a:p xmlns:a="http://schemas.openxmlformats.org/drawingml/2006/main">
            <a:pPr algn="l">
              <a:buNone/>
              <a:defRPr sz="3150" b="0">
                <a:solidFill>
                  <a:srgbClr val="FFFFFF"/>
                </a:solidFill>
                <a:latin typeface="Arial"/>
                <a:ea typeface="Arial"/>
                <a:cs typeface="Arial"/>
              </a:defRPr>
            </a:pPr>
            <a:r>
              <a:rPr sz="3150" b="0">
                <a:solidFill>
                  <a:srgbClr val="FFFFFF"/>
                </a:solidFill>
                <a:latin typeface="Arial"/>
                <a:ea typeface="Arial"/>
                <a:cs typeface="Arial"/>
              </a:rPr>
              <a:t>para pastelerías</a:t>
            </a:r>
          </a:p>
        </p:txBody>
      </p:sp>
      <p:sp>
        <p:nvSpPr>
          <p:cNvPr id="4" name="Prototipo universitario">
            <a:extLst xmlns:a="http://schemas.openxmlformats.org/drawingml/2006/main">
              <a:ext uri="{FF2B5EF4-FFF2-40B4-BE49-F238E27FC236}">
                <a16:creationId xmlns:a16="http://schemas.microsoft.com/office/drawing/2014/main" id="{CE152221-35BB-4402-9AAA-84AAE19023C3}"/>
              </a:ext>
            </a:extLst>
          </p:cNvPr>
          <p:cNvSpPr>
            <a:spLocks xmlns:a="http://schemas.openxmlformats.org/drawingml/2006/main" noGrp="1"/>
          </p:cNvSpPr>
          <p:nvPr/>
        </p:nvSpPr>
        <p:spPr>
          <a:xfrm xmlns:a="http://schemas.openxmlformats.org/drawingml/2006/main">
            <a:off x="723900" y="4933950"/>
            <a:ext cx="571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F2B544"/>
                </a:solidFill>
                <a:latin typeface="Arial"/>
                <a:ea typeface="Arial"/>
                <a:cs typeface="Arial"/>
              </a:defRPr>
            </a:defPPr>
            <a:lvl1pPr algn="l">
              <a:buNone/>
              <a:defRPr sz="1950" b="1">
                <a:solidFill>
                  <a:srgbClr val="F2B544"/>
                </a:solidFill>
                <a:latin typeface="Arial"/>
                <a:ea typeface="Arial"/>
                <a:cs typeface="Arial"/>
              </a:defRPr>
            </a:lvl1pPr>
            <a:lvl2pPr algn="l">
              <a:buNone/>
              <a:defRPr sz="1950" b="1">
                <a:solidFill>
                  <a:srgbClr val="F2B544"/>
                </a:solidFill>
                <a:latin typeface="Arial"/>
                <a:ea typeface="Arial"/>
                <a:cs typeface="Arial"/>
              </a:defRPr>
            </a:lvl2pPr>
            <a:lvl3pPr algn="l">
              <a:buNone/>
              <a:defRPr sz="1950" b="1">
                <a:solidFill>
                  <a:srgbClr val="F2B544"/>
                </a:solidFill>
                <a:latin typeface="Arial"/>
                <a:ea typeface="Arial"/>
                <a:cs typeface="Arial"/>
              </a:defRPr>
            </a:lvl3pPr>
            <a:lvl4pPr algn="l">
              <a:buNone/>
              <a:defRPr sz="1950" b="1">
                <a:solidFill>
                  <a:srgbClr val="F2B544"/>
                </a:solidFill>
                <a:latin typeface="Arial"/>
                <a:ea typeface="Arial"/>
                <a:cs typeface="Arial"/>
              </a:defRPr>
            </a:lvl4pPr>
            <a:lvl5pPr algn="l">
              <a:buNone/>
              <a:defRPr sz="1950" b="1">
                <a:solidFill>
                  <a:srgbClr val="F2B544"/>
                </a:solidFill>
                <a:latin typeface="Arial"/>
                <a:ea typeface="Arial"/>
                <a:cs typeface="Arial"/>
              </a:defRPr>
            </a:lvl5pPr>
            <a:lvl6pPr algn="l">
              <a:buNone/>
              <a:defRPr sz="1950" b="1">
                <a:solidFill>
                  <a:srgbClr val="F2B544"/>
                </a:solidFill>
                <a:latin typeface="Arial"/>
                <a:ea typeface="Arial"/>
                <a:cs typeface="Arial"/>
              </a:defRPr>
            </a:lvl6pPr>
            <a:lvl7pPr algn="l">
              <a:buNone/>
              <a:defRPr sz="1950" b="1">
                <a:solidFill>
                  <a:srgbClr val="F2B544"/>
                </a:solidFill>
                <a:latin typeface="Arial"/>
                <a:ea typeface="Arial"/>
                <a:cs typeface="Arial"/>
              </a:defRPr>
            </a:lvl7pPr>
            <a:lvl8pPr algn="l">
              <a:buNone/>
              <a:defRPr sz="1950" b="1">
                <a:solidFill>
                  <a:srgbClr val="F2B544"/>
                </a:solidFill>
                <a:latin typeface="Arial"/>
                <a:ea typeface="Arial"/>
                <a:cs typeface="Arial"/>
              </a:defRPr>
            </a:lvl8pPr>
            <a:lvl9pPr algn="l">
              <a:buNone/>
              <a:defRPr sz="1950" b="1">
                <a:solidFill>
                  <a:srgbClr val="F2B544"/>
                </a:solidFill>
                <a:latin typeface="Arial"/>
                <a:ea typeface="Arial"/>
                <a:cs typeface="Arial"/>
              </a:defRPr>
            </a:lvl9pPr>
          </a:lstStyle>
          <a:p xmlns:a="http://schemas.openxmlformats.org/drawingml/2006/main">
            <a:pPr algn="l">
              <a:buNone/>
              <a:defRPr sz="1950" b="1">
                <a:solidFill>
                  <a:srgbClr val="F2B544"/>
                </a:solidFill>
                <a:latin typeface="Arial"/>
                <a:ea typeface="Arial"/>
                <a:cs typeface="Arial"/>
              </a:defRPr>
            </a:pPr>
            <a:r>
              <a:rPr sz="1950" b="1">
                <a:solidFill>
                  <a:srgbClr val="F2B544"/>
                </a:solidFill>
                <a:latin typeface="Arial"/>
                <a:ea typeface="Arial"/>
                <a:cs typeface="Arial"/>
              </a:rPr>
              <a:t>Prototipo universitario</a:t>
            </a:r>
          </a:p>
        </p:txBody>
      </p:sp>
      <p:sp>
        <p:nvSpPr>
          <p:cNvPr id="5" name="Octubre de 2026">
            <a:extLst xmlns:a="http://schemas.openxmlformats.org/drawingml/2006/main">
              <a:ext uri="{FF2B5EF4-FFF2-40B4-BE49-F238E27FC236}">
                <a16:creationId xmlns:a16="http://schemas.microsoft.com/office/drawing/2014/main" id="{4828F1DF-842E-4F94-9AA7-2117F14923C8}"/>
              </a:ext>
            </a:extLst>
          </p:cNvPr>
          <p:cNvSpPr>
            <a:spLocks xmlns:a="http://schemas.openxmlformats.org/drawingml/2006/main" noGrp="1"/>
          </p:cNvSpPr>
          <p:nvPr/>
        </p:nvSpPr>
        <p:spPr>
          <a:xfrm xmlns:a="http://schemas.openxmlformats.org/drawingml/2006/main">
            <a:off x="723900" y="540067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8DBD2"/>
                </a:solidFill>
                <a:latin typeface="Arial"/>
                <a:ea typeface="Arial"/>
                <a:cs typeface="Arial"/>
              </a:defRPr>
            </a:defPPr>
            <a:lvl1pPr algn="l">
              <a:buNone/>
              <a:defRPr sz="1800" b="0">
                <a:solidFill>
                  <a:srgbClr val="C8DBD2"/>
                </a:solidFill>
                <a:latin typeface="Arial"/>
                <a:ea typeface="Arial"/>
                <a:cs typeface="Arial"/>
              </a:defRPr>
            </a:lvl1pPr>
            <a:lvl2pPr algn="l">
              <a:buNone/>
              <a:defRPr sz="1800" b="0">
                <a:solidFill>
                  <a:srgbClr val="C8DBD2"/>
                </a:solidFill>
                <a:latin typeface="Arial"/>
                <a:ea typeface="Arial"/>
                <a:cs typeface="Arial"/>
              </a:defRPr>
            </a:lvl2pPr>
            <a:lvl3pPr algn="l">
              <a:buNone/>
              <a:defRPr sz="1800" b="0">
                <a:solidFill>
                  <a:srgbClr val="C8DBD2"/>
                </a:solidFill>
                <a:latin typeface="Arial"/>
                <a:ea typeface="Arial"/>
                <a:cs typeface="Arial"/>
              </a:defRPr>
            </a:lvl3pPr>
            <a:lvl4pPr algn="l">
              <a:buNone/>
              <a:defRPr sz="1800" b="0">
                <a:solidFill>
                  <a:srgbClr val="C8DBD2"/>
                </a:solidFill>
                <a:latin typeface="Arial"/>
                <a:ea typeface="Arial"/>
                <a:cs typeface="Arial"/>
              </a:defRPr>
            </a:lvl4pPr>
            <a:lvl5pPr algn="l">
              <a:buNone/>
              <a:defRPr sz="1800" b="0">
                <a:solidFill>
                  <a:srgbClr val="C8DBD2"/>
                </a:solidFill>
                <a:latin typeface="Arial"/>
                <a:ea typeface="Arial"/>
                <a:cs typeface="Arial"/>
              </a:defRPr>
            </a:lvl5pPr>
            <a:lvl6pPr algn="l">
              <a:buNone/>
              <a:defRPr sz="1800" b="0">
                <a:solidFill>
                  <a:srgbClr val="C8DBD2"/>
                </a:solidFill>
                <a:latin typeface="Arial"/>
                <a:ea typeface="Arial"/>
                <a:cs typeface="Arial"/>
              </a:defRPr>
            </a:lvl6pPr>
            <a:lvl7pPr algn="l">
              <a:buNone/>
              <a:defRPr sz="1800" b="0">
                <a:solidFill>
                  <a:srgbClr val="C8DBD2"/>
                </a:solidFill>
                <a:latin typeface="Arial"/>
                <a:ea typeface="Arial"/>
                <a:cs typeface="Arial"/>
              </a:defRPr>
            </a:lvl7pPr>
            <a:lvl8pPr algn="l">
              <a:buNone/>
              <a:defRPr sz="1800" b="0">
                <a:solidFill>
                  <a:srgbClr val="C8DBD2"/>
                </a:solidFill>
                <a:latin typeface="Arial"/>
                <a:ea typeface="Arial"/>
                <a:cs typeface="Arial"/>
              </a:defRPr>
            </a:lvl8pPr>
            <a:lvl9pPr algn="l">
              <a:buNone/>
              <a:defRPr sz="1800" b="0">
                <a:solidFill>
                  <a:srgbClr val="C8DBD2"/>
                </a:solidFill>
                <a:latin typeface="Arial"/>
                <a:ea typeface="Arial"/>
                <a:cs typeface="Arial"/>
              </a:defRPr>
            </a:lvl9pPr>
          </a:lstStyle>
          <a:p xmlns:a="http://schemas.openxmlformats.org/drawingml/2006/main">
            <a:pPr algn="l">
              <a:buNone/>
              <a:defRPr sz="1800" b="0">
                <a:solidFill>
                  <a:srgbClr val="C8DBD2"/>
                </a:solidFill>
                <a:latin typeface="Arial"/>
                <a:ea typeface="Arial"/>
                <a:cs typeface="Arial"/>
              </a:defRPr>
            </a:pPr>
            <a:r>
              <a:rPr sz="1800" b="0">
                <a:solidFill>
                  <a:srgbClr val="C8DBD2"/>
                </a:solidFill>
                <a:latin typeface="Arial"/>
                <a:ea typeface="Arial"/>
                <a:cs typeface="Arial"/>
              </a:rPr>
              <a:t>Octubre de 2026</a:t>
            </a:r>
          </a:p>
        </p:txBody>
      </p:sp>
    </p:spTree>
    <p:extLst>
      <p:ext uri="{BB962C8B-B14F-4D97-AF65-F5344CB8AC3E}">
        <p14:creationId xmlns:p14="http://schemas.microsoft.com/office/powerpoint/2010/main" val="2124018752"/>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Qué es FoodSave">
            <a:extLst xmlns:a="http://schemas.openxmlformats.org/drawingml/2006/main">
              <a:ext uri="{FF2B5EF4-FFF2-40B4-BE49-F238E27FC236}">
                <a16:creationId xmlns:a16="http://schemas.microsoft.com/office/drawing/2014/main" id="{9B9F184D-5393-4B52-A806-9C64119CBCEF}"/>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E3B31"/>
                </a:solidFill>
                <a:latin typeface="Arial"/>
                <a:ea typeface="Arial"/>
                <a:cs typeface="Arial"/>
              </a:defRPr>
            </a:defPPr>
            <a:lvl1pPr algn="l">
              <a:buNone/>
              <a:defRPr sz="3600" b="1">
                <a:solidFill>
                  <a:srgbClr val="0E3B31"/>
                </a:solidFill>
                <a:latin typeface="Arial"/>
                <a:ea typeface="Arial"/>
                <a:cs typeface="Arial"/>
              </a:defRPr>
            </a:lvl1pPr>
            <a:lvl2pPr algn="l">
              <a:buNone/>
              <a:defRPr sz="3600" b="1">
                <a:solidFill>
                  <a:srgbClr val="0E3B31"/>
                </a:solidFill>
                <a:latin typeface="Arial"/>
                <a:ea typeface="Arial"/>
                <a:cs typeface="Arial"/>
              </a:defRPr>
            </a:lvl2pPr>
            <a:lvl3pPr algn="l">
              <a:buNone/>
              <a:defRPr sz="3600" b="1">
                <a:solidFill>
                  <a:srgbClr val="0E3B31"/>
                </a:solidFill>
                <a:latin typeface="Arial"/>
                <a:ea typeface="Arial"/>
                <a:cs typeface="Arial"/>
              </a:defRPr>
            </a:lvl3pPr>
            <a:lvl4pPr algn="l">
              <a:buNone/>
              <a:defRPr sz="3600" b="1">
                <a:solidFill>
                  <a:srgbClr val="0E3B31"/>
                </a:solidFill>
                <a:latin typeface="Arial"/>
                <a:ea typeface="Arial"/>
                <a:cs typeface="Arial"/>
              </a:defRPr>
            </a:lvl4pPr>
            <a:lvl5pPr algn="l">
              <a:buNone/>
              <a:defRPr sz="3600" b="1">
                <a:solidFill>
                  <a:srgbClr val="0E3B31"/>
                </a:solidFill>
                <a:latin typeface="Arial"/>
                <a:ea typeface="Arial"/>
                <a:cs typeface="Arial"/>
              </a:defRPr>
            </a:lvl5pPr>
            <a:lvl6pPr algn="l">
              <a:buNone/>
              <a:defRPr sz="3600" b="1">
                <a:solidFill>
                  <a:srgbClr val="0E3B31"/>
                </a:solidFill>
                <a:latin typeface="Arial"/>
                <a:ea typeface="Arial"/>
                <a:cs typeface="Arial"/>
              </a:defRPr>
            </a:lvl6pPr>
            <a:lvl7pPr algn="l">
              <a:buNone/>
              <a:defRPr sz="3600" b="1">
                <a:solidFill>
                  <a:srgbClr val="0E3B31"/>
                </a:solidFill>
                <a:latin typeface="Arial"/>
                <a:ea typeface="Arial"/>
                <a:cs typeface="Arial"/>
              </a:defRPr>
            </a:lvl7pPr>
            <a:lvl8pPr algn="l">
              <a:buNone/>
              <a:defRPr sz="3600" b="1">
                <a:solidFill>
                  <a:srgbClr val="0E3B31"/>
                </a:solidFill>
                <a:latin typeface="Arial"/>
                <a:ea typeface="Arial"/>
                <a:cs typeface="Arial"/>
              </a:defRPr>
            </a:lvl8pPr>
            <a:lvl9pPr algn="l">
              <a:buNone/>
              <a:defRPr sz="3600" b="1">
                <a:solidFill>
                  <a:srgbClr val="0E3B31"/>
                </a:solidFill>
                <a:latin typeface="Arial"/>
                <a:ea typeface="Arial"/>
                <a:cs typeface="Arial"/>
              </a:defRPr>
            </a:lvl9pPr>
          </a:lstStyle>
          <a:p xmlns:a="http://schemas.openxmlformats.org/drawingml/2006/main">
            <a:pPr algn="l">
              <a:buNone/>
              <a:defRPr sz="3600" b="1">
                <a:solidFill>
                  <a:srgbClr val="0E3B31"/>
                </a:solidFill>
                <a:latin typeface="Arial"/>
                <a:ea typeface="Arial"/>
                <a:cs typeface="Arial"/>
              </a:defRPr>
            </a:pPr>
            <a:r>
              <a:rPr sz="3600" b="1">
                <a:solidFill>
                  <a:srgbClr val="0E3B31"/>
                </a:solidFill>
                <a:latin typeface="Arial"/>
                <a:ea typeface="Arial"/>
                <a:cs typeface="Arial"/>
              </a:rPr>
              <a:t>Qué es FoodSave</a:t>
            </a:r>
          </a:p>
        </p:txBody>
      </p:sp>
      <p:sp>
        <p:nvSpPr>
          <p:cNvPr id="2" name="Apoyo a las decisiones de producción y abastecimiento">
            <a:extLst xmlns:a="http://schemas.openxmlformats.org/drawingml/2006/main">
              <a:ext uri="{FF2B5EF4-FFF2-40B4-BE49-F238E27FC236}">
                <a16:creationId xmlns:a16="http://schemas.microsoft.com/office/drawing/2014/main" id="{54C9A8A1-46B2-4C64-AFF4-923D424C640D}"/>
              </a:ext>
            </a:extLst>
          </p:cNvPr>
          <p:cNvSpPr>
            <a:spLocks xmlns:a="http://schemas.openxmlformats.org/drawingml/2006/main" noGrp="1"/>
          </p:cNvSpPr>
          <p:nvPr/>
        </p:nvSpPr>
        <p:spPr>
          <a:xfrm xmlns:a="http://schemas.openxmlformats.org/drawingml/2006/main">
            <a:off x="685800" y="1504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B6863"/>
                </a:solidFill>
                <a:latin typeface="Arial"/>
                <a:ea typeface="Arial"/>
                <a:cs typeface="Arial"/>
              </a:defRPr>
            </a:defPPr>
            <a:lvl1pPr algn="l">
              <a:buNone/>
              <a:defRPr sz="2025" b="0">
                <a:solidFill>
                  <a:srgbClr val="5B6863"/>
                </a:solidFill>
                <a:latin typeface="Arial"/>
                <a:ea typeface="Arial"/>
                <a:cs typeface="Arial"/>
              </a:defRPr>
            </a:lvl1pPr>
            <a:lvl2pPr algn="l">
              <a:buNone/>
              <a:defRPr sz="2025" b="0">
                <a:solidFill>
                  <a:srgbClr val="5B6863"/>
                </a:solidFill>
                <a:latin typeface="Arial"/>
                <a:ea typeface="Arial"/>
                <a:cs typeface="Arial"/>
              </a:defRPr>
            </a:lvl2pPr>
            <a:lvl3pPr algn="l">
              <a:buNone/>
              <a:defRPr sz="2025" b="0">
                <a:solidFill>
                  <a:srgbClr val="5B6863"/>
                </a:solidFill>
                <a:latin typeface="Arial"/>
                <a:ea typeface="Arial"/>
                <a:cs typeface="Arial"/>
              </a:defRPr>
            </a:lvl3pPr>
            <a:lvl4pPr algn="l">
              <a:buNone/>
              <a:defRPr sz="2025" b="0">
                <a:solidFill>
                  <a:srgbClr val="5B6863"/>
                </a:solidFill>
                <a:latin typeface="Arial"/>
                <a:ea typeface="Arial"/>
                <a:cs typeface="Arial"/>
              </a:defRPr>
            </a:lvl4pPr>
            <a:lvl5pPr algn="l">
              <a:buNone/>
              <a:defRPr sz="2025" b="0">
                <a:solidFill>
                  <a:srgbClr val="5B6863"/>
                </a:solidFill>
                <a:latin typeface="Arial"/>
                <a:ea typeface="Arial"/>
                <a:cs typeface="Arial"/>
              </a:defRPr>
            </a:lvl5pPr>
            <a:lvl6pPr algn="l">
              <a:buNone/>
              <a:defRPr sz="2025" b="0">
                <a:solidFill>
                  <a:srgbClr val="5B6863"/>
                </a:solidFill>
                <a:latin typeface="Arial"/>
                <a:ea typeface="Arial"/>
                <a:cs typeface="Arial"/>
              </a:defRPr>
            </a:lvl6pPr>
            <a:lvl7pPr algn="l">
              <a:buNone/>
              <a:defRPr sz="2025" b="0">
                <a:solidFill>
                  <a:srgbClr val="5B6863"/>
                </a:solidFill>
                <a:latin typeface="Arial"/>
                <a:ea typeface="Arial"/>
                <a:cs typeface="Arial"/>
              </a:defRPr>
            </a:lvl7pPr>
            <a:lvl8pPr algn="l">
              <a:buNone/>
              <a:defRPr sz="2025" b="0">
                <a:solidFill>
                  <a:srgbClr val="5B6863"/>
                </a:solidFill>
                <a:latin typeface="Arial"/>
                <a:ea typeface="Arial"/>
                <a:cs typeface="Arial"/>
              </a:defRPr>
            </a:lvl8pPr>
            <a:lvl9pPr algn="l">
              <a:buNone/>
              <a:defRPr sz="2025" b="0">
                <a:solidFill>
                  <a:srgbClr val="5B6863"/>
                </a:solidFill>
                <a:latin typeface="Arial"/>
                <a:ea typeface="Arial"/>
                <a:cs typeface="Arial"/>
              </a:defRPr>
            </a:lvl9pPr>
          </a:lstStyle>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Apoyo a las decisiones de producción y abastecimiento</a:t>
            </a:r>
          </a:p>
        </p:txBody>
      </p:sp>
      <p:sp>
        <p:nvSpPr>
          <p:cNvPr id="3" name="El problema">
            <a:extLst xmlns:a="http://schemas.openxmlformats.org/drawingml/2006/main">
              <a:ext uri="{FF2B5EF4-FFF2-40B4-BE49-F238E27FC236}">
                <a16:creationId xmlns:a16="http://schemas.microsoft.com/office/drawing/2014/main" id="{C20DDC87-55FE-4F28-99DA-4B57085756B8}"/>
              </a:ext>
            </a:extLst>
          </p:cNvPr>
          <p:cNvSpPr>
            <a:spLocks xmlns:a="http://schemas.openxmlformats.org/drawingml/2006/main" noGrp="1"/>
          </p:cNvSpPr>
          <p:nvPr/>
        </p:nvSpPr>
        <p:spPr>
          <a:xfrm xmlns:a="http://schemas.openxmlformats.org/drawingml/2006/main">
            <a:off x="685800" y="24574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604E"/>
                </a:solidFill>
                <a:latin typeface="Arial"/>
                <a:ea typeface="Arial"/>
                <a:cs typeface="Arial"/>
              </a:defRPr>
            </a:defPPr>
            <a:lvl1pPr algn="l">
              <a:buNone/>
              <a:defRPr sz="2475" b="1">
                <a:solidFill>
                  <a:srgbClr val="17604E"/>
                </a:solidFill>
                <a:latin typeface="Arial"/>
                <a:ea typeface="Arial"/>
                <a:cs typeface="Arial"/>
              </a:defRPr>
            </a:lvl1pPr>
            <a:lvl2pPr algn="l">
              <a:buNone/>
              <a:defRPr sz="2475" b="1">
                <a:solidFill>
                  <a:srgbClr val="17604E"/>
                </a:solidFill>
                <a:latin typeface="Arial"/>
                <a:ea typeface="Arial"/>
                <a:cs typeface="Arial"/>
              </a:defRPr>
            </a:lvl2pPr>
            <a:lvl3pPr algn="l">
              <a:buNone/>
              <a:defRPr sz="2475" b="1">
                <a:solidFill>
                  <a:srgbClr val="17604E"/>
                </a:solidFill>
                <a:latin typeface="Arial"/>
                <a:ea typeface="Arial"/>
                <a:cs typeface="Arial"/>
              </a:defRPr>
            </a:lvl3pPr>
            <a:lvl4pPr algn="l">
              <a:buNone/>
              <a:defRPr sz="2475" b="1">
                <a:solidFill>
                  <a:srgbClr val="17604E"/>
                </a:solidFill>
                <a:latin typeface="Arial"/>
                <a:ea typeface="Arial"/>
                <a:cs typeface="Arial"/>
              </a:defRPr>
            </a:lvl4pPr>
            <a:lvl5pPr algn="l">
              <a:buNone/>
              <a:defRPr sz="2475" b="1">
                <a:solidFill>
                  <a:srgbClr val="17604E"/>
                </a:solidFill>
                <a:latin typeface="Arial"/>
                <a:ea typeface="Arial"/>
                <a:cs typeface="Arial"/>
              </a:defRPr>
            </a:lvl5pPr>
            <a:lvl6pPr algn="l">
              <a:buNone/>
              <a:defRPr sz="2475" b="1">
                <a:solidFill>
                  <a:srgbClr val="17604E"/>
                </a:solidFill>
                <a:latin typeface="Arial"/>
                <a:ea typeface="Arial"/>
                <a:cs typeface="Arial"/>
              </a:defRPr>
            </a:lvl6pPr>
            <a:lvl7pPr algn="l">
              <a:buNone/>
              <a:defRPr sz="2475" b="1">
                <a:solidFill>
                  <a:srgbClr val="17604E"/>
                </a:solidFill>
                <a:latin typeface="Arial"/>
                <a:ea typeface="Arial"/>
                <a:cs typeface="Arial"/>
              </a:defRPr>
            </a:lvl7pPr>
            <a:lvl8pPr algn="l">
              <a:buNone/>
              <a:defRPr sz="2475" b="1">
                <a:solidFill>
                  <a:srgbClr val="17604E"/>
                </a:solidFill>
                <a:latin typeface="Arial"/>
                <a:ea typeface="Arial"/>
                <a:cs typeface="Arial"/>
              </a:defRPr>
            </a:lvl8pPr>
            <a:lvl9pPr algn="l">
              <a:buNone/>
              <a:defRPr sz="2475" b="1">
                <a:solidFill>
                  <a:srgbClr val="17604E"/>
                </a:solidFill>
                <a:latin typeface="Arial"/>
                <a:ea typeface="Arial"/>
                <a:cs typeface="Arial"/>
              </a:defRPr>
            </a:lvl9pPr>
          </a:lstStyle>
          <a:p xmlns:a="http://schemas.openxmlformats.org/drawingml/2006/main">
            <a:pPr algn="l">
              <a:buNone/>
              <a:defRPr sz="2475" b="1">
                <a:solidFill>
                  <a:srgbClr val="17604E"/>
                </a:solidFill>
                <a:latin typeface="Arial"/>
                <a:ea typeface="Arial"/>
                <a:cs typeface="Arial"/>
              </a:defRPr>
            </a:pPr>
            <a:r>
              <a:rPr sz="2475" b="1">
                <a:solidFill>
                  <a:srgbClr val="17604E"/>
                </a:solidFill>
                <a:latin typeface="Arial"/>
                <a:ea typeface="Arial"/>
                <a:cs typeface="Arial"/>
              </a:rPr>
              <a:t>El problema</a:t>
            </a:r>
          </a:p>
        </p:txBody>
      </p:sp>
      <p:sp>
        <p:nvSpPr>
          <p:cNvPr id="4" name="Estimar cuánto preparar, identificar faltantes y actuar sobre pro">
            <a:extLst xmlns:a="http://schemas.openxmlformats.org/drawingml/2006/main">
              <a:ext uri="{FF2B5EF4-FFF2-40B4-BE49-F238E27FC236}">
                <a16:creationId xmlns:a16="http://schemas.microsoft.com/office/drawing/2014/main" id="{C11D484F-AD12-4029-BDD4-5BCEBBDAB17F}"/>
              </a:ext>
            </a:extLst>
          </p:cNvPr>
          <p:cNvSpPr>
            <a:spLocks xmlns:a="http://schemas.openxmlformats.org/drawingml/2006/main" noGrp="1"/>
          </p:cNvSpPr>
          <p:nvPr/>
        </p:nvSpPr>
        <p:spPr>
          <a:xfrm xmlns:a="http://schemas.openxmlformats.org/drawingml/2006/main">
            <a:off x="685800" y="3086100"/>
            <a:ext cx="5238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11E"/>
                </a:solidFill>
                <a:latin typeface="Arial"/>
                <a:ea typeface="Arial"/>
                <a:cs typeface="Arial"/>
              </a:defRPr>
            </a:defPPr>
            <a:lvl1pPr algn="l">
              <a:buNone/>
              <a:defRPr sz="2325" b="0">
                <a:solidFill>
                  <a:srgbClr val="18211E"/>
                </a:solidFill>
                <a:latin typeface="Arial"/>
                <a:ea typeface="Arial"/>
                <a:cs typeface="Arial"/>
              </a:defRPr>
            </a:lvl1pPr>
            <a:lvl2pPr algn="l">
              <a:buNone/>
              <a:defRPr sz="2325" b="0">
                <a:solidFill>
                  <a:srgbClr val="18211E"/>
                </a:solidFill>
                <a:latin typeface="Arial"/>
                <a:ea typeface="Arial"/>
                <a:cs typeface="Arial"/>
              </a:defRPr>
            </a:lvl2pPr>
            <a:lvl3pPr algn="l">
              <a:buNone/>
              <a:defRPr sz="2325" b="0">
                <a:solidFill>
                  <a:srgbClr val="18211E"/>
                </a:solidFill>
                <a:latin typeface="Arial"/>
                <a:ea typeface="Arial"/>
                <a:cs typeface="Arial"/>
              </a:defRPr>
            </a:lvl3pPr>
            <a:lvl4pPr algn="l">
              <a:buNone/>
              <a:defRPr sz="2325" b="0">
                <a:solidFill>
                  <a:srgbClr val="18211E"/>
                </a:solidFill>
                <a:latin typeface="Arial"/>
                <a:ea typeface="Arial"/>
                <a:cs typeface="Arial"/>
              </a:defRPr>
            </a:lvl4pPr>
            <a:lvl5pPr algn="l">
              <a:buNone/>
              <a:defRPr sz="2325" b="0">
                <a:solidFill>
                  <a:srgbClr val="18211E"/>
                </a:solidFill>
                <a:latin typeface="Arial"/>
                <a:ea typeface="Arial"/>
                <a:cs typeface="Arial"/>
              </a:defRPr>
            </a:lvl5pPr>
            <a:lvl6pPr algn="l">
              <a:buNone/>
              <a:defRPr sz="2325" b="0">
                <a:solidFill>
                  <a:srgbClr val="18211E"/>
                </a:solidFill>
                <a:latin typeface="Arial"/>
                <a:ea typeface="Arial"/>
                <a:cs typeface="Arial"/>
              </a:defRPr>
            </a:lvl6pPr>
            <a:lvl7pPr algn="l">
              <a:buNone/>
              <a:defRPr sz="2325" b="0">
                <a:solidFill>
                  <a:srgbClr val="18211E"/>
                </a:solidFill>
                <a:latin typeface="Arial"/>
                <a:ea typeface="Arial"/>
                <a:cs typeface="Arial"/>
              </a:defRPr>
            </a:lvl7pPr>
            <a:lvl8pPr algn="l">
              <a:buNone/>
              <a:defRPr sz="2325" b="0">
                <a:solidFill>
                  <a:srgbClr val="18211E"/>
                </a:solidFill>
                <a:latin typeface="Arial"/>
                <a:ea typeface="Arial"/>
                <a:cs typeface="Arial"/>
              </a:defRPr>
            </a:lvl8pPr>
            <a:lvl9pPr algn="l">
              <a:buNone/>
              <a:defRPr sz="2325" b="0">
                <a:solidFill>
                  <a:srgbClr val="18211E"/>
                </a:solidFill>
                <a:latin typeface="Arial"/>
                <a:ea typeface="Arial"/>
                <a:cs typeface="Arial"/>
              </a:defRPr>
            </a:lvl9pPr>
          </a:lstStyle>
          <a:p xmlns:a="http://schemas.openxmlformats.org/drawingml/2006/main">
            <a:pPr algn="l">
              <a:buNone/>
              <a:defRPr sz="2325" b="0">
                <a:solidFill>
                  <a:srgbClr val="18211E"/>
                </a:solidFill>
                <a:latin typeface="Arial"/>
                <a:ea typeface="Arial"/>
                <a:cs typeface="Arial"/>
              </a:defRPr>
            </a:pPr>
            <a:r>
              <a:rPr sz="2325" b="0">
                <a:solidFill>
                  <a:srgbClr val="18211E"/>
                </a:solidFill>
                <a:latin typeface="Arial"/>
                <a:ea typeface="Arial"/>
                <a:cs typeface="Arial"/>
              </a:rPr>
              <a:t>Estimar cuánto preparar, identificar</a:t>
            </a:r>
          </a:p>
          <a:p xmlns:a="http://schemas.openxmlformats.org/drawingml/2006/main">
            <a:pPr algn="l">
              <a:buNone/>
              <a:defRPr sz="2325" b="0">
                <a:solidFill>
                  <a:srgbClr val="18211E"/>
                </a:solidFill>
                <a:latin typeface="Arial"/>
                <a:ea typeface="Arial"/>
                <a:cs typeface="Arial"/>
              </a:defRPr>
            </a:pPr>
            <a:r>
              <a:rPr sz="2325" b="0">
                <a:solidFill>
                  <a:srgbClr val="18211E"/>
                </a:solidFill>
                <a:latin typeface="Arial"/>
                <a:ea typeface="Arial"/>
                <a:cs typeface="Arial"/>
              </a:rPr>
              <a:t>faltantes y actuar sobre productos</a:t>
            </a:r>
          </a:p>
          <a:p xmlns:a="http://schemas.openxmlformats.org/drawingml/2006/main">
            <a:pPr algn="l">
              <a:buNone/>
              <a:defRPr sz="2325" b="0">
                <a:solidFill>
                  <a:srgbClr val="18211E"/>
                </a:solidFill>
                <a:latin typeface="Arial"/>
                <a:ea typeface="Arial"/>
                <a:cs typeface="Arial"/>
              </a:defRPr>
            </a:pPr>
            <a:r>
              <a:rPr sz="2325" b="0">
                <a:solidFill>
                  <a:srgbClr val="18211E"/>
                </a:solidFill>
                <a:latin typeface="Arial"/>
                <a:ea typeface="Arial"/>
                <a:cs typeface="Arial"/>
              </a:rPr>
              <a:t>que podrían quedar sin vender.</a:t>
            </a:r>
          </a:p>
        </p:txBody>
      </p:sp>
      <p:sp>
        <p:nvSpPr>
          <p:cNvPr id="5" name="La propuesta">
            <a:extLst xmlns:a="http://schemas.openxmlformats.org/drawingml/2006/main">
              <a:ext uri="{FF2B5EF4-FFF2-40B4-BE49-F238E27FC236}">
                <a16:creationId xmlns:a16="http://schemas.microsoft.com/office/drawing/2014/main" id="{7D1909C0-4999-414E-8F29-94AC1B0485B5}"/>
              </a:ext>
            </a:extLst>
          </p:cNvPr>
          <p:cNvSpPr>
            <a:spLocks xmlns:a="http://schemas.openxmlformats.org/drawingml/2006/main" noGrp="1"/>
          </p:cNvSpPr>
          <p:nvPr/>
        </p:nvSpPr>
        <p:spPr>
          <a:xfrm xmlns:a="http://schemas.openxmlformats.org/drawingml/2006/main">
            <a:off x="6572250" y="24574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604E"/>
                </a:solidFill>
                <a:latin typeface="Arial"/>
                <a:ea typeface="Arial"/>
                <a:cs typeface="Arial"/>
              </a:defRPr>
            </a:defPPr>
            <a:lvl1pPr algn="l">
              <a:buNone/>
              <a:defRPr sz="2475" b="1">
                <a:solidFill>
                  <a:srgbClr val="17604E"/>
                </a:solidFill>
                <a:latin typeface="Arial"/>
                <a:ea typeface="Arial"/>
                <a:cs typeface="Arial"/>
              </a:defRPr>
            </a:lvl1pPr>
            <a:lvl2pPr algn="l">
              <a:buNone/>
              <a:defRPr sz="2475" b="1">
                <a:solidFill>
                  <a:srgbClr val="17604E"/>
                </a:solidFill>
                <a:latin typeface="Arial"/>
                <a:ea typeface="Arial"/>
                <a:cs typeface="Arial"/>
              </a:defRPr>
            </a:lvl2pPr>
            <a:lvl3pPr algn="l">
              <a:buNone/>
              <a:defRPr sz="2475" b="1">
                <a:solidFill>
                  <a:srgbClr val="17604E"/>
                </a:solidFill>
                <a:latin typeface="Arial"/>
                <a:ea typeface="Arial"/>
                <a:cs typeface="Arial"/>
              </a:defRPr>
            </a:lvl3pPr>
            <a:lvl4pPr algn="l">
              <a:buNone/>
              <a:defRPr sz="2475" b="1">
                <a:solidFill>
                  <a:srgbClr val="17604E"/>
                </a:solidFill>
                <a:latin typeface="Arial"/>
                <a:ea typeface="Arial"/>
                <a:cs typeface="Arial"/>
              </a:defRPr>
            </a:lvl4pPr>
            <a:lvl5pPr algn="l">
              <a:buNone/>
              <a:defRPr sz="2475" b="1">
                <a:solidFill>
                  <a:srgbClr val="17604E"/>
                </a:solidFill>
                <a:latin typeface="Arial"/>
                <a:ea typeface="Arial"/>
                <a:cs typeface="Arial"/>
              </a:defRPr>
            </a:lvl5pPr>
            <a:lvl6pPr algn="l">
              <a:buNone/>
              <a:defRPr sz="2475" b="1">
                <a:solidFill>
                  <a:srgbClr val="17604E"/>
                </a:solidFill>
                <a:latin typeface="Arial"/>
                <a:ea typeface="Arial"/>
                <a:cs typeface="Arial"/>
              </a:defRPr>
            </a:lvl6pPr>
            <a:lvl7pPr algn="l">
              <a:buNone/>
              <a:defRPr sz="2475" b="1">
                <a:solidFill>
                  <a:srgbClr val="17604E"/>
                </a:solidFill>
                <a:latin typeface="Arial"/>
                <a:ea typeface="Arial"/>
                <a:cs typeface="Arial"/>
              </a:defRPr>
            </a:lvl7pPr>
            <a:lvl8pPr algn="l">
              <a:buNone/>
              <a:defRPr sz="2475" b="1">
                <a:solidFill>
                  <a:srgbClr val="17604E"/>
                </a:solidFill>
                <a:latin typeface="Arial"/>
                <a:ea typeface="Arial"/>
                <a:cs typeface="Arial"/>
              </a:defRPr>
            </a:lvl8pPr>
            <a:lvl9pPr algn="l">
              <a:buNone/>
              <a:defRPr sz="2475" b="1">
                <a:solidFill>
                  <a:srgbClr val="17604E"/>
                </a:solidFill>
                <a:latin typeface="Arial"/>
                <a:ea typeface="Arial"/>
                <a:cs typeface="Arial"/>
              </a:defRPr>
            </a:lvl9pPr>
          </a:lstStyle>
          <a:p xmlns:a="http://schemas.openxmlformats.org/drawingml/2006/main">
            <a:pPr algn="l">
              <a:buNone/>
              <a:defRPr sz="2475" b="1">
                <a:solidFill>
                  <a:srgbClr val="17604E"/>
                </a:solidFill>
                <a:latin typeface="Arial"/>
                <a:ea typeface="Arial"/>
                <a:cs typeface="Arial"/>
              </a:defRPr>
            </a:pPr>
            <a:r>
              <a:rPr sz="2475" b="1">
                <a:solidFill>
                  <a:srgbClr val="17604E"/>
                </a:solidFill>
                <a:latin typeface="Arial"/>
                <a:ea typeface="Arial"/>
                <a:cs typeface="Arial"/>
              </a:rPr>
              <a:t>La propuesta</a:t>
            </a:r>
          </a:p>
        </p:txBody>
      </p:sp>
      <p:sp>
        <p:nvSpPr>
          <p:cNvPr id="6" name="Pronosticar demanda a partir de ventas históricas y proponer plan">
            <a:extLst xmlns:a="http://schemas.openxmlformats.org/drawingml/2006/main">
              <a:ext uri="{FF2B5EF4-FFF2-40B4-BE49-F238E27FC236}">
                <a16:creationId xmlns:a16="http://schemas.microsoft.com/office/drawing/2014/main" id="{8C648875-B23C-4F16-8751-F71B2F68A0C6}"/>
              </a:ext>
            </a:extLst>
          </p:cNvPr>
          <p:cNvSpPr>
            <a:spLocks xmlns:a="http://schemas.openxmlformats.org/drawingml/2006/main" noGrp="1"/>
          </p:cNvSpPr>
          <p:nvPr/>
        </p:nvSpPr>
        <p:spPr>
          <a:xfrm xmlns:a="http://schemas.openxmlformats.org/drawingml/2006/main">
            <a:off x="6572250" y="3086100"/>
            <a:ext cx="4953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11E"/>
                </a:solidFill>
                <a:latin typeface="Arial"/>
                <a:ea typeface="Arial"/>
                <a:cs typeface="Arial"/>
              </a:defRPr>
            </a:defPPr>
            <a:lvl1pPr algn="l">
              <a:buNone/>
              <a:defRPr sz="2325" b="0">
                <a:solidFill>
                  <a:srgbClr val="18211E"/>
                </a:solidFill>
                <a:latin typeface="Arial"/>
                <a:ea typeface="Arial"/>
                <a:cs typeface="Arial"/>
              </a:defRPr>
            </a:lvl1pPr>
            <a:lvl2pPr algn="l">
              <a:buNone/>
              <a:defRPr sz="2325" b="0">
                <a:solidFill>
                  <a:srgbClr val="18211E"/>
                </a:solidFill>
                <a:latin typeface="Arial"/>
                <a:ea typeface="Arial"/>
                <a:cs typeface="Arial"/>
              </a:defRPr>
            </a:lvl2pPr>
            <a:lvl3pPr algn="l">
              <a:buNone/>
              <a:defRPr sz="2325" b="0">
                <a:solidFill>
                  <a:srgbClr val="18211E"/>
                </a:solidFill>
                <a:latin typeface="Arial"/>
                <a:ea typeface="Arial"/>
                <a:cs typeface="Arial"/>
              </a:defRPr>
            </a:lvl3pPr>
            <a:lvl4pPr algn="l">
              <a:buNone/>
              <a:defRPr sz="2325" b="0">
                <a:solidFill>
                  <a:srgbClr val="18211E"/>
                </a:solidFill>
                <a:latin typeface="Arial"/>
                <a:ea typeface="Arial"/>
                <a:cs typeface="Arial"/>
              </a:defRPr>
            </a:lvl4pPr>
            <a:lvl5pPr algn="l">
              <a:buNone/>
              <a:defRPr sz="2325" b="0">
                <a:solidFill>
                  <a:srgbClr val="18211E"/>
                </a:solidFill>
                <a:latin typeface="Arial"/>
                <a:ea typeface="Arial"/>
                <a:cs typeface="Arial"/>
              </a:defRPr>
            </a:lvl5pPr>
            <a:lvl6pPr algn="l">
              <a:buNone/>
              <a:defRPr sz="2325" b="0">
                <a:solidFill>
                  <a:srgbClr val="18211E"/>
                </a:solidFill>
                <a:latin typeface="Arial"/>
                <a:ea typeface="Arial"/>
                <a:cs typeface="Arial"/>
              </a:defRPr>
            </a:lvl6pPr>
            <a:lvl7pPr algn="l">
              <a:buNone/>
              <a:defRPr sz="2325" b="0">
                <a:solidFill>
                  <a:srgbClr val="18211E"/>
                </a:solidFill>
                <a:latin typeface="Arial"/>
                <a:ea typeface="Arial"/>
                <a:cs typeface="Arial"/>
              </a:defRPr>
            </a:lvl7pPr>
            <a:lvl8pPr algn="l">
              <a:buNone/>
              <a:defRPr sz="2325" b="0">
                <a:solidFill>
                  <a:srgbClr val="18211E"/>
                </a:solidFill>
                <a:latin typeface="Arial"/>
                <a:ea typeface="Arial"/>
                <a:cs typeface="Arial"/>
              </a:defRPr>
            </a:lvl8pPr>
            <a:lvl9pPr algn="l">
              <a:buNone/>
              <a:defRPr sz="2325" b="0">
                <a:solidFill>
                  <a:srgbClr val="18211E"/>
                </a:solidFill>
                <a:latin typeface="Arial"/>
                <a:ea typeface="Arial"/>
                <a:cs typeface="Arial"/>
              </a:defRPr>
            </a:lvl9pPr>
          </a:lstStyle>
          <a:p xmlns:a="http://schemas.openxmlformats.org/drawingml/2006/main">
            <a:pPr algn="l">
              <a:buNone/>
              <a:defRPr sz="2325" b="0">
                <a:solidFill>
                  <a:srgbClr val="18211E"/>
                </a:solidFill>
                <a:latin typeface="Arial"/>
                <a:ea typeface="Arial"/>
                <a:cs typeface="Arial"/>
              </a:defRPr>
            </a:pPr>
            <a:r>
              <a:rPr sz="2325" b="0">
                <a:solidFill>
                  <a:srgbClr val="18211E"/>
                </a:solidFill>
                <a:latin typeface="Arial"/>
                <a:ea typeface="Arial"/>
                <a:cs typeface="Arial"/>
              </a:rPr>
              <a:t>Pronosticar demanda a partir de</a:t>
            </a:r>
          </a:p>
          <a:p xmlns:a="http://schemas.openxmlformats.org/drawingml/2006/main">
            <a:pPr algn="l">
              <a:buNone/>
              <a:defRPr sz="2325" b="0">
                <a:solidFill>
                  <a:srgbClr val="18211E"/>
                </a:solidFill>
                <a:latin typeface="Arial"/>
                <a:ea typeface="Arial"/>
                <a:cs typeface="Arial"/>
              </a:defRPr>
            </a:pPr>
            <a:r>
              <a:rPr sz="2325" b="0">
                <a:solidFill>
                  <a:srgbClr val="18211E"/>
                </a:solidFill>
                <a:latin typeface="Arial"/>
                <a:ea typeface="Arial"/>
                <a:cs typeface="Arial"/>
              </a:rPr>
              <a:t>ventas históricas y proponer planes</a:t>
            </a:r>
          </a:p>
          <a:p xmlns:a="http://schemas.openxmlformats.org/drawingml/2006/main">
            <a:pPr algn="l">
              <a:buNone/>
              <a:defRPr sz="2325" b="0">
                <a:solidFill>
                  <a:srgbClr val="18211E"/>
                </a:solidFill>
                <a:latin typeface="Arial"/>
                <a:ea typeface="Arial"/>
                <a:cs typeface="Arial"/>
              </a:defRPr>
            </a:pPr>
            <a:r>
              <a:rPr sz="2325" b="0">
                <a:solidFill>
                  <a:srgbClr val="18211E"/>
                </a:solidFill>
                <a:latin typeface="Arial"/>
                <a:ea typeface="Arial"/>
                <a:cs typeface="Arial"/>
              </a:rPr>
              <a:t>con recetas e inventario.</a:t>
            </a:r>
          </a:p>
        </p:txBody>
      </p:sp>
      <p:sp>
        <p:nvSpPr>
          <p:cNvPr id="7" name="El sistema propone; las decisiones y movimientos físicos conserva">
            <a:extLst xmlns:a="http://schemas.openxmlformats.org/drawingml/2006/main">
              <a:ext uri="{FF2B5EF4-FFF2-40B4-BE49-F238E27FC236}">
                <a16:creationId xmlns:a16="http://schemas.microsoft.com/office/drawing/2014/main" id="{0F43984E-43BB-41E5-9244-3348ACADD20A}"/>
              </a:ext>
            </a:extLst>
          </p:cNvPr>
          <p:cNvSpPr>
            <a:spLocks xmlns:a="http://schemas.openxmlformats.org/drawingml/2006/main" noGrp="1"/>
          </p:cNvSpPr>
          <p:nvPr/>
        </p:nvSpPr>
        <p:spPr>
          <a:xfrm xmlns:a="http://schemas.openxmlformats.org/drawingml/2006/main">
            <a:off x="685800" y="53435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E3B31"/>
                </a:solidFill>
                <a:latin typeface="Arial"/>
                <a:ea typeface="Arial"/>
                <a:cs typeface="Arial"/>
              </a:defRPr>
            </a:defPPr>
            <a:lvl1pPr algn="l">
              <a:buNone/>
              <a:defRPr sz="2175" b="1">
                <a:solidFill>
                  <a:srgbClr val="0E3B31"/>
                </a:solidFill>
                <a:latin typeface="Arial"/>
                <a:ea typeface="Arial"/>
                <a:cs typeface="Arial"/>
              </a:defRPr>
            </a:lvl1pPr>
            <a:lvl2pPr algn="l">
              <a:buNone/>
              <a:defRPr sz="2175" b="1">
                <a:solidFill>
                  <a:srgbClr val="0E3B31"/>
                </a:solidFill>
                <a:latin typeface="Arial"/>
                <a:ea typeface="Arial"/>
                <a:cs typeface="Arial"/>
              </a:defRPr>
            </a:lvl2pPr>
            <a:lvl3pPr algn="l">
              <a:buNone/>
              <a:defRPr sz="2175" b="1">
                <a:solidFill>
                  <a:srgbClr val="0E3B31"/>
                </a:solidFill>
                <a:latin typeface="Arial"/>
                <a:ea typeface="Arial"/>
                <a:cs typeface="Arial"/>
              </a:defRPr>
            </a:lvl3pPr>
            <a:lvl4pPr algn="l">
              <a:buNone/>
              <a:defRPr sz="2175" b="1">
                <a:solidFill>
                  <a:srgbClr val="0E3B31"/>
                </a:solidFill>
                <a:latin typeface="Arial"/>
                <a:ea typeface="Arial"/>
                <a:cs typeface="Arial"/>
              </a:defRPr>
            </a:lvl4pPr>
            <a:lvl5pPr algn="l">
              <a:buNone/>
              <a:defRPr sz="2175" b="1">
                <a:solidFill>
                  <a:srgbClr val="0E3B31"/>
                </a:solidFill>
                <a:latin typeface="Arial"/>
                <a:ea typeface="Arial"/>
                <a:cs typeface="Arial"/>
              </a:defRPr>
            </a:lvl5pPr>
            <a:lvl6pPr algn="l">
              <a:buNone/>
              <a:defRPr sz="2175" b="1">
                <a:solidFill>
                  <a:srgbClr val="0E3B31"/>
                </a:solidFill>
                <a:latin typeface="Arial"/>
                <a:ea typeface="Arial"/>
                <a:cs typeface="Arial"/>
              </a:defRPr>
            </a:lvl6pPr>
            <a:lvl7pPr algn="l">
              <a:buNone/>
              <a:defRPr sz="2175" b="1">
                <a:solidFill>
                  <a:srgbClr val="0E3B31"/>
                </a:solidFill>
                <a:latin typeface="Arial"/>
                <a:ea typeface="Arial"/>
                <a:cs typeface="Arial"/>
              </a:defRPr>
            </a:lvl7pPr>
            <a:lvl8pPr algn="l">
              <a:buNone/>
              <a:defRPr sz="2175" b="1">
                <a:solidFill>
                  <a:srgbClr val="0E3B31"/>
                </a:solidFill>
                <a:latin typeface="Arial"/>
                <a:ea typeface="Arial"/>
                <a:cs typeface="Arial"/>
              </a:defRPr>
            </a:lvl8pPr>
            <a:lvl9pPr algn="l">
              <a:buNone/>
              <a:defRPr sz="2175" b="1">
                <a:solidFill>
                  <a:srgbClr val="0E3B31"/>
                </a:solidFill>
                <a:latin typeface="Arial"/>
                <a:ea typeface="Arial"/>
                <a:cs typeface="Arial"/>
              </a:defRPr>
            </a:lvl9pPr>
          </a:lstStyle>
          <a:p xmlns:a="http://schemas.openxmlformats.org/drawingml/2006/main">
            <a:pPr algn="l">
              <a:buNone/>
              <a:defRPr sz="2175" b="1">
                <a:solidFill>
                  <a:srgbClr val="0E3B31"/>
                </a:solidFill>
                <a:latin typeface="Arial"/>
                <a:ea typeface="Arial"/>
                <a:cs typeface="Arial"/>
              </a:defRPr>
            </a:pPr>
            <a:r>
              <a:rPr sz="2175" b="1">
                <a:solidFill>
                  <a:srgbClr val="0E3B31"/>
                </a:solidFill>
                <a:latin typeface="Arial"/>
                <a:ea typeface="Arial"/>
                <a:cs typeface="Arial"/>
              </a:rPr>
              <a:t>El sistema propone; las decisiones y movimientos físicos conservan controles humanos.</a:t>
            </a:r>
          </a:p>
        </p:txBody>
      </p:sp>
    </p:spTree>
    <p:extLst>
      <p:ext uri="{BB962C8B-B14F-4D97-AF65-F5344CB8AC3E}">
        <p14:creationId xmlns:p14="http://schemas.microsoft.com/office/powerpoint/2010/main" val="744641555"/>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FoodSave y la tienda externa">
            <a:extLst xmlns:a="http://schemas.openxmlformats.org/drawingml/2006/main">
              <a:ext uri="{FF2B5EF4-FFF2-40B4-BE49-F238E27FC236}">
                <a16:creationId xmlns:a16="http://schemas.microsoft.com/office/drawing/2014/main" id="{A76D5F3D-2DF4-4758-9F2D-59187F919132}"/>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E3B31"/>
                </a:solidFill>
                <a:latin typeface="Arial"/>
                <a:ea typeface="Arial"/>
                <a:cs typeface="Arial"/>
              </a:defRPr>
            </a:defPPr>
            <a:lvl1pPr algn="l">
              <a:buNone/>
              <a:defRPr sz="3600" b="1">
                <a:solidFill>
                  <a:srgbClr val="0E3B31"/>
                </a:solidFill>
                <a:latin typeface="Arial"/>
                <a:ea typeface="Arial"/>
                <a:cs typeface="Arial"/>
              </a:defRPr>
            </a:lvl1pPr>
            <a:lvl2pPr algn="l">
              <a:buNone/>
              <a:defRPr sz="3600" b="1">
                <a:solidFill>
                  <a:srgbClr val="0E3B31"/>
                </a:solidFill>
                <a:latin typeface="Arial"/>
                <a:ea typeface="Arial"/>
                <a:cs typeface="Arial"/>
              </a:defRPr>
            </a:lvl2pPr>
            <a:lvl3pPr algn="l">
              <a:buNone/>
              <a:defRPr sz="3600" b="1">
                <a:solidFill>
                  <a:srgbClr val="0E3B31"/>
                </a:solidFill>
                <a:latin typeface="Arial"/>
                <a:ea typeface="Arial"/>
                <a:cs typeface="Arial"/>
              </a:defRPr>
            </a:lvl3pPr>
            <a:lvl4pPr algn="l">
              <a:buNone/>
              <a:defRPr sz="3600" b="1">
                <a:solidFill>
                  <a:srgbClr val="0E3B31"/>
                </a:solidFill>
                <a:latin typeface="Arial"/>
                <a:ea typeface="Arial"/>
                <a:cs typeface="Arial"/>
              </a:defRPr>
            </a:lvl4pPr>
            <a:lvl5pPr algn="l">
              <a:buNone/>
              <a:defRPr sz="3600" b="1">
                <a:solidFill>
                  <a:srgbClr val="0E3B31"/>
                </a:solidFill>
                <a:latin typeface="Arial"/>
                <a:ea typeface="Arial"/>
                <a:cs typeface="Arial"/>
              </a:defRPr>
            </a:lvl5pPr>
            <a:lvl6pPr algn="l">
              <a:buNone/>
              <a:defRPr sz="3600" b="1">
                <a:solidFill>
                  <a:srgbClr val="0E3B31"/>
                </a:solidFill>
                <a:latin typeface="Arial"/>
                <a:ea typeface="Arial"/>
                <a:cs typeface="Arial"/>
              </a:defRPr>
            </a:lvl6pPr>
            <a:lvl7pPr algn="l">
              <a:buNone/>
              <a:defRPr sz="3600" b="1">
                <a:solidFill>
                  <a:srgbClr val="0E3B31"/>
                </a:solidFill>
                <a:latin typeface="Arial"/>
                <a:ea typeface="Arial"/>
                <a:cs typeface="Arial"/>
              </a:defRPr>
            </a:lvl7pPr>
            <a:lvl8pPr algn="l">
              <a:buNone/>
              <a:defRPr sz="3600" b="1">
                <a:solidFill>
                  <a:srgbClr val="0E3B31"/>
                </a:solidFill>
                <a:latin typeface="Arial"/>
                <a:ea typeface="Arial"/>
                <a:cs typeface="Arial"/>
              </a:defRPr>
            </a:lvl8pPr>
            <a:lvl9pPr algn="l">
              <a:buNone/>
              <a:defRPr sz="3600" b="1">
                <a:solidFill>
                  <a:srgbClr val="0E3B31"/>
                </a:solidFill>
                <a:latin typeface="Arial"/>
                <a:ea typeface="Arial"/>
                <a:cs typeface="Arial"/>
              </a:defRPr>
            </a:lvl9pPr>
          </a:lstStyle>
          <a:p xmlns:a="http://schemas.openxmlformats.org/drawingml/2006/main">
            <a:pPr algn="l">
              <a:buNone/>
              <a:defRPr sz="3600" b="1">
                <a:solidFill>
                  <a:srgbClr val="0E3B31"/>
                </a:solidFill>
                <a:latin typeface="Arial"/>
                <a:ea typeface="Arial"/>
                <a:cs typeface="Arial"/>
              </a:defRPr>
            </a:pPr>
            <a:r>
              <a:rPr sz="3600" b="1">
                <a:solidFill>
                  <a:srgbClr val="0E3B31"/>
                </a:solidFill>
                <a:latin typeface="Arial"/>
                <a:ea typeface="Arial"/>
                <a:cs typeface="Arial"/>
              </a:rPr>
              <a:t>FoodSave y la tienda externa</a:t>
            </a:r>
          </a:p>
        </p:txBody>
      </p:sp>
      <p:sp>
        <p:nvSpPr>
          <p:cNvPr id="2" name="Dos aplicaciones con responsabilidades distintas">
            <a:extLst xmlns:a="http://schemas.openxmlformats.org/drawingml/2006/main">
              <a:ext uri="{FF2B5EF4-FFF2-40B4-BE49-F238E27FC236}">
                <a16:creationId xmlns:a16="http://schemas.microsoft.com/office/drawing/2014/main" id="{B5C04ABF-D25A-4A64-94B1-4627AC3CF429}"/>
              </a:ext>
            </a:extLst>
          </p:cNvPr>
          <p:cNvSpPr>
            <a:spLocks xmlns:a="http://schemas.openxmlformats.org/drawingml/2006/main" noGrp="1"/>
          </p:cNvSpPr>
          <p:nvPr/>
        </p:nvSpPr>
        <p:spPr>
          <a:xfrm xmlns:a="http://schemas.openxmlformats.org/drawingml/2006/main">
            <a:off x="685800" y="1504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B6863"/>
                </a:solidFill>
                <a:latin typeface="Arial"/>
                <a:ea typeface="Arial"/>
                <a:cs typeface="Arial"/>
              </a:defRPr>
            </a:defPPr>
            <a:lvl1pPr algn="l">
              <a:buNone/>
              <a:defRPr sz="2025" b="0">
                <a:solidFill>
                  <a:srgbClr val="5B6863"/>
                </a:solidFill>
                <a:latin typeface="Arial"/>
                <a:ea typeface="Arial"/>
                <a:cs typeface="Arial"/>
              </a:defRPr>
            </a:lvl1pPr>
            <a:lvl2pPr algn="l">
              <a:buNone/>
              <a:defRPr sz="2025" b="0">
                <a:solidFill>
                  <a:srgbClr val="5B6863"/>
                </a:solidFill>
                <a:latin typeface="Arial"/>
                <a:ea typeface="Arial"/>
                <a:cs typeface="Arial"/>
              </a:defRPr>
            </a:lvl2pPr>
            <a:lvl3pPr algn="l">
              <a:buNone/>
              <a:defRPr sz="2025" b="0">
                <a:solidFill>
                  <a:srgbClr val="5B6863"/>
                </a:solidFill>
                <a:latin typeface="Arial"/>
                <a:ea typeface="Arial"/>
                <a:cs typeface="Arial"/>
              </a:defRPr>
            </a:lvl3pPr>
            <a:lvl4pPr algn="l">
              <a:buNone/>
              <a:defRPr sz="2025" b="0">
                <a:solidFill>
                  <a:srgbClr val="5B6863"/>
                </a:solidFill>
                <a:latin typeface="Arial"/>
                <a:ea typeface="Arial"/>
                <a:cs typeface="Arial"/>
              </a:defRPr>
            </a:lvl4pPr>
            <a:lvl5pPr algn="l">
              <a:buNone/>
              <a:defRPr sz="2025" b="0">
                <a:solidFill>
                  <a:srgbClr val="5B6863"/>
                </a:solidFill>
                <a:latin typeface="Arial"/>
                <a:ea typeface="Arial"/>
                <a:cs typeface="Arial"/>
              </a:defRPr>
            </a:lvl5pPr>
            <a:lvl6pPr algn="l">
              <a:buNone/>
              <a:defRPr sz="2025" b="0">
                <a:solidFill>
                  <a:srgbClr val="5B6863"/>
                </a:solidFill>
                <a:latin typeface="Arial"/>
                <a:ea typeface="Arial"/>
                <a:cs typeface="Arial"/>
              </a:defRPr>
            </a:lvl6pPr>
            <a:lvl7pPr algn="l">
              <a:buNone/>
              <a:defRPr sz="2025" b="0">
                <a:solidFill>
                  <a:srgbClr val="5B6863"/>
                </a:solidFill>
                <a:latin typeface="Arial"/>
                <a:ea typeface="Arial"/>
                <a:cs typeface="Arial"/>
              </a:defRPr>
            </a:lvl7pPr>
            <a:lvl8pPr algn="l">
              <a:buNone/>
              <a:defRPr sz="2025" b="0">
                <a:solidFill>
                  <a:srgbClr val="5B6863"/>
                </a:solidFill>
                <a:latin typeface="Arial"/>
                <a:ea typeface="Arial"/>
                <a:cs typeface="Arial"/>
              </a:defRPr>
            </a:lvl8pPr>
            <a:lvl9pPr algn="l">
              <a:buNone/>
              <a:defRPr sz="2025" b="0">
                <a:solidFill>
                  <a:srgbClr val="5B6863"/>
                </a:solidFill>
                <a:latin typeface="Arial"/>
                <a:ea typeface="Arial"/>
                <a:cs typeface="Arial"/>
              </a:defRPr>
            </a:lvl9pPr>
          </a:lstStyle>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Dos aplicaciones con responsabilidades distintas</a:t>
            </a:r>
          </a:p>
        </p:txBody>
      </p:sp>
      <p:sp>
        <p:nvSpPr>
          <p:cNvPr id="3" name="FoodSave">
            <a:extLst xmlns:a="http://schemas.openxmlformats.org/drawingml/2006/main">
              <a:ext uri="{FF2B5EF4-FFF2-40B4-BE49-F238E27FC236}">
                <a16:creationId xmlns:a16="http://schemas.microsoft.com/office/drawing/2014/main" id="{AB7095FC-4EE5-4681-8407-99EED05953F7}"/>
              </a:ext>
            </a:extLst>
          </p:cNvPr>
          <p:cNvSpPr>
            <a:spLocks xmlns:a="http://schemas.openxmlformats.org/drawingml/2006/main" noGrp="1"/>
          </p:cNvSpPr>
          <p:nvPr/>
        </p:nvSpPr>
        <p:spPr>
          <a:xfrm xmlns:a="http://schemas.openxmlformats.org/drawingml/2006/main">
            <a:off x="685800" y="2419350"/>
            <a:ext cx="3086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604E"/>
                </a:solidFill>
                <a:latin typeface="Arial"/>
                <a:ea typeface="Arial"/>
                <a:cs typeface="Arial"/>
              </a:defRPr>
            </a:defPPr>
            <a:lvl1pPr algn="l">
              <a:buNone/>
              <a:defRPr sz="2100" b="1">
                <a:solidFill>
                  <a:srgbClr val="17604E"/>
                </a:solidFill>
                <a:latin typeface="Arial"/>
                <a:ea typeface="Arial"/>
                <a:cs typeface="Arial"/>
              </a:defRPr>
            </a:lvl1pPr>
            <a:lvl2pPr algn="l">
              <a:buNone/>
              <a:defRPr sz="2100" b="1">
                <a:solidFill>
                  <a:srgbClr val="17604E"/>
                </a:solidFill>
                <a:latin typeface="Arial"/>
                <a:ea typeface="Arial"/>
                <a:cs typeface="Arial"/>
              </a:defRPr>
            </a:lvl2pPr>
            <a:lvl3pPr algn="l">
              <a:buNone/>
              <a:defRPr sz="2100" b="1">
                <a:solidFill>
                  <a:srgbClr val="17604E"/>
                </a:solidFill>
                <a:latin typeface="Arial"/>
                <a:ea typeface="Arial"/>
                <a:cs typeface="Arial"/>
              </a:defRPr>
            </a:lvl3pPr>
            <a:lvl4pPr algn="l">
              <a:buNone/>
              <a:defRPr sz="2100" b="1">
                <a:solidFill>
                  <a:srgbClr val="17604E"/>
                </a:solidFill>
                <a:latin typeface="Arial"/>
                <a:ea typeface="Arial"/>
                <a:cs typeface="Arial"/>
              </a:defRPr>
            </a:lvl4pPr>
            <a:lvl5pPr algn="l">
              <a:buNone/>
              <a:defRPr sz="2100" b="1">
                <a:solidFill>
                  <a:srgbClr val="17604E"/>
                </a:solidFill>
                <a:latin typeface="Arial"/>
                <a:ea typeface="Arial"/>
                <a:cs typeface="Arial"/>
              </a:defRPr>
            </a:lvl5pPr>
            <a:lvl6pPr algn="l">
              <a:buNone/>
              <a:defRPr sz="2100" b="1">
                <a:solidFill>
                  <a:srgbClr val="17604E"/>
                </a:solidFill>
                <a:latin typeface="Arial"/>
                <a:ea typeface="Arial"/>
                <a:cs typeface="Arial"/>
              </a:defRPr>
            </a:lvl6pPr>
            <a:lvl7pPr algn="l">
              <a:buNone/>
              <a:defRPr sz="2100" b="1">
                <a:solidFill>
                  <a:srgbClr val="17604E"/>
                </a:solidFill>
                <a:latin typeface="Arial"/>
                <a:ea typeface="Arial"/>
                <a:cs typeface="Arial"/>
              </a:defRPr>
            </a:lvl7pPr>
            <a:lvl8pPr algn="l">
              <a:buNone/>
              <a:defRPr sz="2100" b="1">
                <a:solidFill>
                  <a:srgbClr val="17604E"/>
                </a:solidFill>
                <a:latin typeface="Arial"/>
                <a:ea typeface="Arial"/>
                <a:cs typeface="Arial"/>
              </a:defRPr>
            </a:lvl8pPr>
            <a:lvl9pPr algn="l">
              <a:buNone/>
              <a:defRPr sz="2100" b="1">
                <a:solidFill>
                  <a:srgbClr val="17604E"/>
                </a:solidFill>
                <a:latin typeface="Arial"/>
                <a:ea typeface="Arial"/>
                <a:cs typeface="Arial"/>
              </a:defRPr>
            </a:lvl9pPr>
          </a:lstStyle>
          <a:p xmlns:a="http://schemas.openxmlformats.org/drawingml/2006/main">
            <a:pPr algn="l">
              <a:buNone/>
              <a:defRPr sz="2100" b="1">
                <a:solidFill>
                  <a:srgbClr val="17604E"/>
                </a:solidFill>
                <a:latin typeface="Arial"/>
                <a:ea typeface="Arial"/>
                <a:cs typeface="Arial"/>
              </a:defRPr>
            </a:pPr>
            <a:r>
              <a:rPr sz="2100" b="1">
                <a:solidFill>
                  <a:srgbClr val="17604E"/>
                </a:solidFill>
                <a:latin typeface="Arial"/>
                <a:ea typeface="Arial"/>
                <a:cs typeface="Arial"/>
              </a:rPr>
              <a:t>FoodSave</a:t>
            </a:r>
          </a:p>
        </p:txBody>
      </p:sp>
      <p:sp>
        <p:nvSpPr>
          <p:cNvPr id="4" name="Pronósticos, planificación, inventario, compras, automatizaciones">
            <a:extLst xmlns:a="http://schemas.openxmlformats.org/drawingml/2006/main">
              <a:ext uri="{FF2B5EF4-FFF2-40B4-BE49-F238E27FC236}">
                <a16:creationId xmlns:a16="http://schemas.microsoft.com/office/drawing/2014/main" id="{50EBD77A-C78F-40B3-B239-4B3DE141CDF2}"/>
              </a:ext>
            </a:extLst>
          </p:cNvPr>
          <p:cNvSpPr>
            <a:spLocks xmlns:a="http://schemas.openxmlformats.org/drawingml/2006/main" noGrp="1"/>
          </p:cNvSpPr>
          <p:nvPr/>
        </p:nvSpPr>
        <p:spPr>
          <a:xfrm xmlns:a="http://schemas.openxmlformats.org/drawingml/2006/main">
            <a:off x="4000500" y="2419350"/>
            <a:ext cx="7505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11E"/>
                </a:solidFill>
                <a:latin typeface="Arial"/>
                <a:ea typeface="Arial"/>
                <a:cs typeface="Arial"/>
              </a:defRPr>
            </a:defPPr>
            <a:lvl1pPr algn="l">
              <a:buNone/>
              <a:defRPr sz="2100" b="0">
                <a:solidFill>
                  <a:srgbClr val="18211E"/>
                </a:solidFill>
                <a:latin typeface="Arial"/>
                <a:ea typeface="Arial"/>
                <a:cs typeface="Arial"/>
              </a:defRPr>
            </a:lvl1pPr>
            <a:lvl2pPr algn="l">
              <a:buNone/>
              <a:defRPr sz="2100" b="0">
                <a:solidFill>
                  <a:srgbClr val="18211E"/>
                </a:solidFill>
                <a:latin typeface="Arial"/>
                <a:ea typeface="Arial"/>
                <a:cs typeface="Arial"/>
              </a:defRPr>
            </a:lvl2pPr>
            <a:lvl3pPr algn="l">
              <a:buNone/>
              <a:defRPr sz="2100" b="0">
                <a:solidFill>
                  <a:srgbClr val="18211E"/>
                </a:solidFill>
                <a:latin typeface="Arial"/>
                <a:ea typeface="Arial"/>
                <a:cs typeface="Arial"/>
              </a:defRPr>
            </a:lvl3pPr>
            <a:lvl4pPr algn="l">
              <a:buNone/>
              <a:defRPr sz="2100" b="0">
                <a:solidFill>
                  <a:srgbClr val="18211E"/>
                </a:solidFill>
                <a:latin typeface="Arial"/>
                <a:ea typeface="Arial"/>
                <a:cs typeface="Arial"/>
              </a:defRPr>
            </a:lvl4pPr>
            <a:lvl5pPr algn="l">
              <a:buNone/>
              <a:defRPr sz="2100" b="0">
                <a:solidFill>
                  <a:srgbClr val="18211E"/>
                </a:solidFill>
                <a:latin typeface="Arial"/>
                <a:ea typeface="Arial"/>
                <a:cs typeface="Arial"/>
              </a:defRPr>
            </a:lvl5pPr>
            <a:lvl6pPr algn="l">
              <a:buNone/>
              <a:defRPr sz="2100" b="0">
                <a:solidFill>
                  <a:srgbClr val="18211E"/>
                </a:solidFill>
                <a:latin typeface="Arial"/>
                <a:ea typeface="Arial"/>
                <a:cs typeface="Arial"/>
              </a:defRPr>
            </a:lvl6pPr>
            <a:lvl7pPr algn="l">
              <a:buNone/>
              <a:defRPr sz="2100" b="0">
                <a:solidFill>
                  <a:srgbClr val="18211E"/>
                </a:solidFill>
                <a:latin typeface="Arial"/>
                <a:ea typeface="Arial"/>
                <a:cs typeface="Arial"/>
              </a:defRPr>
            </a:lvl7pPr>
            <a:lvl8pPr algn="l">
              <a:buNone/>
              <a:defRPr sz="2100" b="0">
                <a:solidFill>
                  <a:srgbClr val="18211E"/>
                </a:solidFill>
                <a:latin typeface="Arial"/>
                <a:ea typeface="Arial"/>
                <a:cs typeface="Arial"/>
              </a:defRPr>
            </a:lvl8pPr>
            <a:lvl9pPr algn="l">
              <a:buNone/>
              <a:defRPr sz="2100" b="0">
                <a:solidFill>
                  <a:srgbClr val="18211E"/>
                </a:solidFill>
                <a:latin typeface="Arial"/>
                <a:ea typeface="Arial"/>
                <a:cs typeface="Arial"/>
              </a:defRPr>
            </a:lvl9pPr>
          </a:lstStyle>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Pronósticos, planificación, inventario,</a:t>
            </a:r>
          </a:p>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compras, automatizaciones y evaluación.</a:t>
            </a:r>
          </a:p>
        </p:txBody>
      </p:sp>
      <p:sp>
        <p:nvSpPr>
          <p:cNvPr id="5" name="Tienda de prueba">
            <a:extLst xmlns:a="http://schemas.openxmlformats.org/drawingml/2006/main">
              <a:ext uri="{FF2B5EF4-FFF2-40B4-BE49-F238E27FC236}">
                <a16:creationId xmlns:a16="http://schemas.microsoft.com/office/drawing/2014/main" id="{4E3E75B0-7169-47BB-93E0-22A8EC1E840B}"/>
              </a:ext>
            </a:extLst>
          </p:cNvPr>
          <p:cNvSpPr>
            <a:spLocks xmlns:a="http://schemas.openxmlformats.org/drawingml/2006/main" noGrp="1"/>
          </p:cNvSpPr>
          <p:nvPr/>
        </p:nvSpPr>
        <p:spPr>
          <a:xfrm xmlns:a="http://schemas.openxmlformats.org/drawingml/2006/main">
            <a:off x="685800" y="3467100"/>
            <a:ext cx="3086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604E"/>
                </a:solidFill>
                <a:latin typeface="Arial"/>
                <a:ea typeface="Arial"/>
                <a:cs typeface="Arial"/>
              </a:defRPr>
            </a:defPPr>
            <a:lvl1pPr algn="l">
              <a:buNone/>
              <a:defRPr sz="2100" b="1">
                <a:solidFill>
                  <a:srgbClr val="17604E"/>
                </a:solidFill>
                <a:latin typeface="Arial"/>
                <a:ea typeface="Arial"/>
                <a:cs typeface="Arial"/>
              </a:defRPr>
            </a:lvl1pPr>
            <a:lvl2pPr algn="l">
              <a:buNone/>
              <a:defRPr sz="2100" b="1">
                <a:solidFill>
                  <a:srgbClr val="17604E"/>
                </a:solidFill>
                <a:latin typeface="Arial"/>
                <a:ea typeface="Arial"/>
                <a:cs typeface="Arial"/>
              </a:defRPr>
            </a:lvl2pPr>
            <a:lvl3pPr algn="l">
              <a:buNone/>
              <a:defRPr sz="2100" b="1">
                <a:solidFill>
                  <a:srgbClr val="17604E"/>
                </a:solidFill>
                <a:latin typeface="Arial"/>
                <a:ea typeface="Arial"/>
                <a:cs typeface="Arial"/>
              </a:defRPr>
            </a:lvl3pPr>
            <a:lvl4pPr algn="l">
              <a:buNone/>
              <a:defRPr sz="2100" b="1">
                <a:solidFill>
                  <a:srgbClr val="17604E"/>
                </a:solidFill>
                <a:latin typeface="Arial"/>
                <a:ea typeface="Arial"/>
                <a:cs typeface="Arial"/>
              </a:defRPr>
            </a:lvl4pPr>
            <a:lvl5pPr algn="l">
              <a:buNone/>
              <a:defRPr sz="2100" b="1">
                <a:solidFill>
                  <a:srgbClr val="17604E"/>
                </a:solidFill>
                <a:latin typeface="Arial"/>
                <a:ea typeface="Arial"/>
                <a:cs typeface="Arial"/>
              </a:defRPr>
            </a:lvl5pPr>
            <a:lvl6pPr algn="l">
              <a:buNone/>
              <a:defRPr sz="2100" b="1">
                <a:solidFill>
                  <a:srgbClr val="17604E"/>
                </a:solidFill>
                <a:latin typeface="Arial"/>
                <a:ea typeface="Arial"/>
                <a:cs typeface="Arial"/>
              </a:defRPr>
            </a:lvl6pPr>
            <a:lvl7pPr algn="l">
              <a:buNone/>
              <a:defRPr sz="2100" b="1">
                <a:solidFill>
                  <a:srgbClr val="17604E"/>
                </a:solidFill>
                <a:latin typeface="Arial"/>
                <a:ea typeface="Arial"/>
                <a:cs typeface="Arial"/>
              </a:defRPr>
            </a:lvl7pPr>
            <a:lvl8pPr algn="l">
              <a:buNone/>
              <a:defRPr sz="2100" b="1">
                <a:solidFill>
                  <a:srgbClr val="17604E"/>
                </a:solidFill>
                <a:latin typeface="Arial"/>
                <a:ea typeface="Arial"/>
                <a:cs typeface="Arial"/>
              </a:defRPr>
            </a:lvl8pPr>
            <a:lvl9pPr algn="l">
              <a:buNone/>
              <a:defRPr sz="2100" b="1">
                <a:solidFill>
                  <a:srgbClr val="17604E"/>
                </a:solidFill>
                <a:latin typeface="Arial"/>
                <a:ea typeface="Arial"/>
                <a:cs typeface="Arial"/>
              </a:defRPr>
            </a:lvl9pPr>
          </a:lstStyle>
          <a:p xmlns:a="http://schemas.openxmlformats.org/drawingml/2006/main">
            <a:pPr algn="l">
              <a:buNone/>
              <a:defRPr sz="2100" b="1">
                <a:solidFill>
                  <a:srgbClr val="17604E"/>
                </a:solidFill>
                <a:latin typeface="Arial"/>
                <a:ea typeface="Arial"/>
                <a:cs typeface="Arial"/>
              </a:defRPr>
            </a:pPr>
            <a:r>
              <a:rPr sz="2100" b="1">
                <a:solidFill>
                  <a:srgbClr val="17604E"/>
                </a:solidFill>
                <a:latin typeface="Arial"/>
                <a:ea typeface="Arial"/>
                <a:cs typeface="Arial"/>
              </a:rPr>
              <a:t>Tienda de prueba</a:t>
            </a:r>
          </a:p>
        </p:txBody>
      </p:sp>
      <p:sp>
        <p:nvSpPr>
          <p:cNvPr id="6" name="Representa la tienda en línea de una pastelería. Tiene API, datos">
            <a:extLst xmlns:a="http://schemas.openxmlformats.org/drawingml/2006/main">
              <a:ext uri="{FF2B5EF4-FFF2-40B4-BE49-F238E27FC236}">
                <a16:creationId xmlns:a16="http://schemas.microsoft.com/office/drawing/2014/main" id="{28844845-949C-4539-B180-D056FB9F3524}"/>
              </a:ext>
            </a:extLst>
          </p:cNvPr>
          <p:cNvSpPr>
            <a:spLocks xmlns:a="http://schemas.openxmlformats.org/drawingml/2006/main" noGrp="1"/>
          </p:cNvSpPr>
          <p:nvPr/>
        </p:nvSpPr>
        <p:spPr>
          <a:xfrm xmlns:a="http://schemas.openxmlformats.org/drawingml/2006/main">
            <a:off x="4000500" y="3467100"/>
            <a:ext cx="7505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11E"/>
                </a:solidFill>
                <a:latin typeface="Arial"/>
                <a:ea typeface="Arial"/>
                <a:cs typeface="Arial"/>
              </a:defRPr>
            </a:defPPr>
            <a:lvl1pPr algn="l">
              <a:buNone/>
              <a:defRPr sz="2100" b="0">
                <a:solidFill>
                  <a:srgbClr val="18211E"/>
                </a:solidFill>
                <a:latin typeface="Arial"/>
                <a:ea typeface="Arial"/>
                <a:cs typeface="Arial"/>
              </a:defRPr>
            </a:lvl1pPr>
            <a:lvl2pPr algn="l">
              <a:buNone/>
              <a:defRPr sz="2100" b="0">
                <a:solidFill>
                  <a:srgbClr val="18211E"/>
                </a:solidFill>
                <a:latin typeface="Arial"/>
                <a:ea typeface="Arial"/>
                <a:cs typeface="Arial"/>
              </a:defRPr>
            </a:lvl2pPr>
            <a:lvl3pPr algn="l">
              <a:buNone/>
              <a:defRPr sz="2100" b="0">
                <a:solidFill>
                  <a:srgbClr val="18211E"/>
                </a:solidFill>
                <a:latin typeface="Arial"/>
                <a:ea typeface="Arial"/>
                <a:cs typeface="Arial"/>
              </a:defRPr>
            </a:lvl3pPr>
            <a:lvl4pPr algn="l">
              <a:buNone/>
              <a:defRPr sz="2100" b="0">
                <a:solidFill>
                  <a:srgbClr val="18211E"/>
                </a:solidFill>
                <a:latin typeface="Arial"/>
                <a:ea typeface="Arial"/>
                <a:cs typeface="Arial"/>
              </a:defRPr>
            </a:lvl4pPr>
            <a:lvl5pPr algn="l">
              <a:buNone/>
              <a:defRPr sz="2100" b="0">
                <a:solidFill>
                  <a:srgbClr val="18211E"/>
                </a:solidFill>
                <a:latin typeface="Arial"/>
                <a:ea typeface="Arial"/>
                <a:cs typeface="Arial"/>
              </a:defRPr>
            </a:lvl5pPr>
            <a:lvl6pPr algn="l">
              <a:buNone/>
              <a:defRPr sz="2100" b="0">
                <a:solidFill>
                  <a:srgbClr val="18211E"/>
                </a:solidFill>
                <a:latin typeface="Arial"/>
                <a:ea typeface="Arial"/>
                <a:cs typeface="Arial"/>
              </a:defRPr>
            </a:lvl6pPr>
            <a:lvl7pPr algn="l">
              <a:buNone/>
              <a:defRPr sz="2100" b="0">
                <a:solidFill>
                  <a:srgbClr val="18211E"/>
                </a:solidFill>
                <a:latin typeface="Arial"/>
                <a:ea typeface="Arial"/>
                <a:cs typeface="Arial"/>
              </a:defRPr>
            </a:lvl7pPr>
            <a:lvl8pPr algn="l">
              <a:buNone/>
              <a:defRPr sz="2100" b="0">
                <a:solidFill>
                  <a:srgbClr val="18211E"/>
                </a:solidFill>
                <a:latin typeface="Arial"/>
                <a:ea typeface="Arial"/>
                <a:cs typeface="Arial"/>
              </a:defRPr>
            </a:lvl8pPr>
            <a:lvl9pPr algn="l">
              <a:buNone/>
              <a:defRPr sz="2100" b="0">
                <a:solidFill>
                  <a:srgbClr val="18211E"/>
                </a:solidFill>
                <a:latin typeface="Arial"/>
                <a:ea typeface="Arial"/>
                <a:cs typeface="Arial"/>
              </a:defRPr>
            </a:lvl9pPr>
          </a:lstStyle>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Representa la tienda en línea de una pastelería.</a:t>
            </a:r>
          </a:p>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Tiene API, datos y ejecución propios.</a:t>
            </a:r>
          </a:p>
        </p:txBody>
      </p:sp>
      <p:sp>
        <p:nvSpPr>
          <p:cNvPr id="7" name="Integración prevista">
            <a:extLst xmlns:a="http://schemas.openxmlformats.org/drawingml/2006/main">
              <a:ext uri="{FF2B5EF4-FFF2-40B4-BE49-F238E27FC236}">
                <a16:creationId xmlns:a16="http://schemas.microsoft.com/office/drawing/2014/main" id="{85A52DFF-ED2B-4DB0-9E5A-0C82D5B731AC}"/>
              </a:ext>
            </a:extLst>
          </p:cNvPr>
          <p:cNvSpPr>
            <a:spLocks xmlns:a="http://schemas.openxmlformats.org/drawingml/2006/main" noGrp="1"/>
          </p:cNvSpPr>
          <p:nvPr/>
        </p:nvSpPr>
        <p:spPr>
          <a:xfrm xmlns:a="http://schemas.openxmlformats.org/drawingml/2006/main">
            <a:off x="685800" y="4514850"/>
            <a:ext cx="3086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604E"/>
                </a:solidFill>
                <a:latin typeface="Arial"/>
                <a:ea typeface="Arial"/>
                <a:cs typeface="Arial"/>
              </a:defRPr>
            </a:defPPr>
            <a:lvl1pPr algn="l">
              <a:buNone/>
              <a:defRPr sz="2100" b="1">
                <a:solidFill>
                  <a:srgbClr val="17604E"/>
                </a:solidFill>
                <a:latin typeface="Arial"/>
                <a:ea typeface="Arial"/>
                <a:cs typeface="Arial"/>
              </a:defRPr>
            </a:lvl1pPr>
            <a:lvl2pPr algn="l">
              <a:buNone/>
              <a:defRPr sz="2100" b="1">
                <a:solidFill>
                  <a:srgbClr val="17604E"/>
                </a:solidFill>
                <a:latin typeface="Arial"/>
                <a:ea typeface="Arial"/>
                <a:cs typeface="Arial"/>
              </a:defRPr>
            </a:lvl2pPr>
            <a:lvl3pPr algn="l">
              <a:buNone/>
              <a:defRPr sz="2100" b="1">
                <a:solidFill>
                  <a:srgbClr val="17604E"/>
                </a:solidFill>
                <a:latin typeface="Arial"/>
                <a:ea typeface="Arial"/>
                <a:cs typeface="Arial"/>
              </a:defRPr>
            </a:lvl3pPr>
            <a:lvl4pPr algn="l">
              <a:buNone/>
              <a:defRPr sz="2100" b="1">
                <a:solidFill>
                  <a:srgbClr val="17604E"/>
                </a:solidFill>
                <a:latin typeface="Arial"/>
                <a:ea typeface="Arial"/>
                <a:cs typeface="Arial"/>
              </a:defRPr>
            </a:lvl4pPr>
            <a:lvl5pPr algn="l">
              <a:buNone/>
              <a:defRPr sz="2100" b="1">
                <a:solidFill>
                  <a:srgbClr val="17604E"/>
                </a:solidFill>
                <a:latin typeface="Arial"/>
                <a:ea typeface="Arial"/>
                <a:cs typeface="Arial"/>
              </a:defRPr>
            </a:lvl5pPr>
            <a:lvl6pPr algn="l">
              <a:buNone/>
              <a:defRPr sz="2100" b="1">
                <a:solidFill>
                  <a:srgbClr val="17604E"/>
                </a:solidFill>
                <a:latin typeface="Arial"/>
                <a:ea typeface="Arial"/>
                <a:cs typeface="Arial"/>
              </a:defRPr>
            </a:lvl6pPr>
            <a:lvl7pPr algn="l">
              <a:buNone/>
              <a:defRPr sz="2100" b="1">
                <a:solidFill>
                  <a:srgbClr val="17604E"/>
                </a:solidFill>
                <a:latin typeface="Arial"/>
                <a:ea typeface="Arial"/>
                <a:cs typeface="Arial"/>
              </a:defRPr>
            </a:lvl7pPr>
            <a:lvl8pPr algn="l">
              <a:buNone/>
              <a:defRPr sz="2100" b="1">
                <a:solidFill>
                  <a:srgbClr val="17604E"/>
                </a:solidFill>
                <a:latin typeface="Arial"/>
                <a:ea typeface="Arial"/>
                <a:cs typeface="Arial"/>
              </a:defRPr>
            </a:lvl8pPr>
            <a:lvl9pPr algn="l">
              <a:buNone/>
              <a:defRPr sz="2100" b="1">
                <a:solidFill>
                  <a:srgbClr val="17604E"/>
                </a:solidFill>
                <a:latin typeface="Arial"/>
                <a:ea typeface="Arial"/>
                <a:cs typeface="Arial"/>
              </a:defRPr>
            </a:lvl9pPr>
          </a:lstStyle>
          <a:p xmlns:a="http://schemas.openxmlformats.org/drawingml/2006/main">
            <a:pPr algn="l">
              <a:buNone/>
              <a:defRPr sz="2100" b="1">
                <a:solidFill>
                  <a:srgbClr val="17604E"/>
                </a:solidFill>
                <a:latin typeface="Arial"/>
                <a:ea typeface="Arial"/>
                <a:cs typeface="Arial"/>
              </a:defRPr>
            </a:pPr>
            <a:r>
              <a:rPr sz="2100" b="1">
                <a:solidFill>
                  <a:srgbClr val="17604E"/>
                </a:solidFill>
                <a:latin typeface="Arial"/>
                <a:ea typeface="Arial"/>
                <a:cs typeface="Arial"/>
              </a:rPr>
              <a:t>Integración prevista</a:t>
            </a:r>
          </a:p>
        </p:txBody>
      </p:sp>
      <p:sp>
        <p:nvSpPr>
          <p:cNvPr id="8" name="Catálogo, stock y compras mediante HTTP. La conexión comercial co">
            <a:extLst xmlns:a="http://schemas.openxmlformats.org/drawingml/2006/main">
              <a:ext uri="{FF2B5EF4-FFF2-40B4-BE49-F238E27FC236}">
                <a16:creationId xmlns:a16="http://schemas.microsoft.com/office/drawing/2014/main" id="{D5B68849-D098-4BF9-BD8A-CC79029AE0E5}"/>
              </a:ext>
            </a:extLst>
          </p:cNvPr>
          <p:cNvSpPr>
            <a:spLocks xmlns:a="http://schemas.openxmlformats.org/drawingml/2006/main" noGrp="1"/>
          </p:cNvSpPr>
          <p:nvPr/>
        </p:nvSpPr>
        <p:spPr>
          <a:xfrm xmlns:a="http://schemas.openxmlformats.org/drawingml/2006/main">
            <a:off x="4000500" y="4514850"/>
            <a:ext cx="75057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11E"/>
                </a:solidFill>
                <a:latin typeface="Arial"/>
                <a:ea typeface="Arial"/>
                <a:cs typeface="Arial"/>
              </a:defRPr>
            </a:defPPr>
            <a:lvl1pPr algn="l">
              <a:buNone/>
              <a:defRPr sz="2100" b="0">
                <a:solidFill>
                  <a:srgbClr val="18211E"/>
                </a:solidFill>
                <a:latin typeface="Arial"/>
                <a:ea typeface="Arial"/>
                <a:cs typeface="Arial"/>
              </a:defRPr>
            </a:lvl1pPr>
            <a:lvl2pPr algn="l">
              <a:buNone/>
              <a:defRPr sz="2100" b="0">
                <a:solidFill>
                  <a:srgbClr val="18211E"/>
                </a:solidFill>
                <a:latin typeface="Arial"/>
                <a:ea typeface="Arial"/>
                <a:cs typeface="Arial"/>
              </a:defRPr>
            </a:lvl2pPr>
            <a:lvl3pPr algn="l">
              <a:buNone/>
              <a:defRPr sz="2100" b="0">
                <a:solidFill>
                  <a:srgbClr val="18211E"/>
                </a:solidFill>
                <a:latin typeface="Arial"/>
                <a:ea typeface="Arial"/>
                <a:cs typeface="Arial"/>
              </a:defRPr>
            </a:lvl3pPr>
            <a:lvl4pPr algn="l">
              <a:buNone/>
              <a:defRPr sz="2100" b="0">
                <a:solidFill>
                  <a:srgbClr val="18211E"/>
                </a:solidFill>
                <a:latin typeface="Arial"/>
                <a:ea typeface="Arial"/>
                <a:cs typeface="Arial"/>
              </a:defRPr>
            </a:lvl4pPr>
            <a:lvl5pPr algn="l">
              <a:buNone/>
              <a:defRPr sz="2100" b="0">
                <a:solidFill>
                  <a:srgbClr val="18211E"/>
                </a:solidFill>
                <a:latin typeface="Arial"/>
                <a:ea typeface="Arial"/>
                <a:cs typeface="Arial"/>
              </a:defRPr>
            </a:lvl5pPr>
            <a:lvl6pPr algn="l">
              <a:buNone/>
              <a:defRPr sz="2100" b="0">
                <a:solidFill>
                  <a:srgbClr val="18211E"/>
                </a:solidFill>
                <a:latin typeface="Arial"/>
                <a:ea typeface="Arial"/>
                <a:cs typeface="Arial"/>
              </a:defRPr>
            </a:lvl6pPr>
            <a:lvl7pPr algn="l">
              <a:buNone/>
              <a:defRPr sz="2100" b="0">
                <a:solidFill>
                  <a:srgbClr val="18211E"/>
                </a:solidFill>
                <a:latin typeface="Arial"/>
                <a:ea typeface="Arial"/>
                <a:cs typeface="Arial"/>
              </a:defRPr>
            </a:lvl7pPr>
            <a:lvl8pPr algn="l">
              <a:buNone/>
              <a:defRPr sz="2100" b="0">
                <a:solidFill>
                  <a:srgbClr val="18211E"/>
                </a:solidFill>
                <a:latin typeface="Arial"/>
                <a:ea typeface="Arial"/>
                <a:cs typeface="Arial"/>
              </a:defRPr>
            </a:lvl8pPr>
            <a:lvl9pPr algn="l">
              <a:buNone/>
              <a:defRPr sz="2100" b="0">
                <a:solidFill>
                  <a:srgbClr val="18211E"/>
                </a:solidFill>
                <a:latin typeface="Arial"/>
                <a:ea typeface="Arial"/>
                <a:cs typeface="Arial"/>
              </a:defRPr>
            </a:lvl9pPr>
          </a:lstStyle>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Catálogo, stock y compras mediante HTTP.</a:t>
            </a:r>
          </a:p>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La conexión comercial completa sigue pendiente.</a:t>
            </a:r>
          </a:p>
        </p:txBody>
      </p:sp>
      <p:sp>
        <p:nvSpPr>
          <p:cNvPr id="9" name="Hoy: escenarios históricos en FoodSave y catálogo de ejemplo en l">
            <a:extLst xmlns:a="http://schemas.openxmlformats.org/drawingml/2006/main">
              <a:ext uri="{FF2B5EF4-FFF2-40B4-BE49-F238E27FC236}">
                <a16:creationId xmlns:a16="http://schemas.microsoft.com/office/drawing/2014/main" id="{30A811EC-CA04-4320-B067-E324C4037226}"/>
              </a:ext>
            </a:extLst>
          </p:cNvPr>
          <p:cNvSpPr>
            <a:spLocks xmlns:a="http://schemas.openxmlformats.org/drawingml/2006/main" noGrp="1"/>
          </p:cNvSpPr>
          <p:nvPr/>
        </p:nvSpPr>
        <p:spPr>
          <a:xfrm xmlns:a="http://schemas.openxmlformats.org/drawingml/2006/main">
            <a:off x="685800" y="59436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B6863"/>
                </a:solidFill>
                <a:latin typeface="Arial"/>
                <a:ea typeface="Arial"/>
                <a:cs typeface="Arial"/>
              </a:defRPr>
            </a:defPPr>
            <a:lvl1pPr algn="l">
              <a:buNone/>
              <a:defRPr sz="1875" b="0">
                <a:solidFill>
                  <a:srgbClr val="5B6863"/>
                </a:solidFill>
                <a:latin typeface="Arial"/>
                <a:ea typeface="Arial"/>
                <a:cs typeface="Arial"/>
              </a:defRPr>
            </a:lvl1pPr>
            <a:lvl2pPr algn="l">
              <a:buNone/>
              <a:defRPr sz="1875" b="0">
                <a:solidFill>
                  <a:srgbClr val="5B6863"/>
                </a:solidFill>
                <a:latin typeface="Arial"/>
                <a:ea typeface="Arial"/>
                <a:cs typeface="Arial"/>
              </a:defRPr>
            </a:lvl2pPr>
            <a:lvl3pPr algn="l">
              <a:buNone/>
              <a:defRPr sz="1875" b="0">
                <a:solidFill>
                  <a:srgbClr val="5B6863"/>
                </a:solidFill>
                <a:latin typeface="Arial"/>
                <a:ea typeface="Arial"/>
                <a:cs typeface="Arial"/>
              </a:defRPr>
            </a:lvl3pPr>
            <a:lvl4pPr algn="l">
              <a:buNone/>
              <a:defRPr sz="1875" b="0">
                <a:solidFill>
                  <a:srgbClr val="5B6863"/>
                </a:solidFill>
                <a:latin typeface="Arial"/>
                <a:ea typeface="Arial"/>
                <a:cs typeface="Arial"/>
              </a:defRPr>
            </a:lvl4pPr>
            <a:lvl5pPr algn="l">
              <a:buNone/>
              <a:defRPr sz="1875" b="0">
                <a:solidFill>
                  <a:srgbClr val="5B6863"/>
                </a:solidFill>
                <a:latin typeface="Arial"/>
                <a:ea typeface="Arial"/>
                <a:cs typeface="Arial"/>
              </a:defRPr>
            </a:lvl5pPr>
            <a:lvl6pPr algn="l">
              <a:buNone/>
              <a:defRPr sz="1875" b="0">
                <a:solidFill>
                  <a:srgbClr val="5B6863"/>
                </a:solidFill>
                <a:latin typeface="Arial"/>
                <a:ea typeface="Arial"/>
                <a:cs typeface="Arial"/>
              </a:defRPr>
            </a:lvl6pPr>
            <a:lvl7pPr algn="l">
              <a:buNone/>
              <a:defRPr sz="1875" b="0">
                <a:solidFill>
                  <a:srgbClr val="5B6863"/>
                </a:solidFill>
                <a:latin typeface="Arial"/>
                <a:ea typeface="Arial"/>
                <a:cs typeface="Arial"/>
              </a:defRPr>
            </a:lvl7pPr>
            <a:lvl8pPr algn="l">
              <a:buNone/>
              <a:defRPr sz="1875" b="0">
                <a:solidFill>
                  <a:srgbClr val="5B6863"/>
                </a:solidFill>
                <a:latin typeface="Arial"/>
                <a:ea typeface="Arial"/>
                <a:cs typeface="Arial"/>
              </a:defRPr>
            </a:lvl8pPr>
            <a:lvl9pPr algn="l">
              <a:buNone/>
              <a:defRPr sz="1875" b="0">
                <a:solidFill>
                  <a:srgbClr val="5B6863"/>
                </a:solidFill>
                <a:latin typeface="Arial"/>
                <a:ea typeface="Arial"/>
                <a:cs typeface="Arial"/>
              </a:defRPr>
            </a:lvl9pPr>
          </a:lstStyle>
          <a:p xmlns:a="http://schemas.openxmlformats.org/drawingml/2006/main">
            <a:pPr algn="l">
              <a:buNone/>
              <a:defRPr sz="1875" b="0">
                <a:solidFill>
                  <a:srgbClr val="5B6863"/>
                </a:solidFill>
                <a:latin typeface="Arial"/>
                <a:ea typeface="Arial"/>
                <a:cs typeface="Arial"/>
              </a:defRPr>
            </a:pPr>
            <a:r>
              <a:rPr sz="1875" b="0">
                <a:solidFill>
                  <a:srgbClr val="5B6863"/>
                </a:solidFill>
                <a:latin typeface="Arial"/>
                <a:ea typeface="Arial"/>
                <a:cs typeface="Arial"/>
              </a:rPr>
              <a:t>Hoy: escenarios históricos en FoodSave y catálogo de ejemplo en la tienda.</a:t>
            </a:r>
          </a:p>
        </p:txBody>
      </p:sp>
    </p:spTree>
    <p:extLst>
      <p:ext uri="{BB962C8B-B14F-4D97-AF65-F5344CB8AC3E}">
        <p14:creationId xmlns:p14="http://schemas.microsoft.com/office/powerpoint/2010/main" val="2109369181"/>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Automatizaciones implementadas">
            <a:extLst xmlns:a="http://schemas.openxmlformats.org/drawingml/2006/main">
              <a:ext uri="{FF2B5EF4-FFF2-40B4-BE49-F238E27FC236}">
                <a16:creationId xmlns:a16="http://schemas.microsoft.com/office/drawing/2014/main" id="{E00F1A60-3219-447F-9E27-DC61398F4E72}"/>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E3B31"/>
                </a:solidFill>
                <a:latin typeface="Arial"/>
                <a:ea typeface="Arial"/>
                <a:cs typeface="Arial"/>
              </a:defRPr>
            </a:defPPr>
            <a:lvl1pPr algn="l">
              <a:buNone/>
              <a:defRPr sz="3600" b="1">
                <a:solidFill>
                  <a:srgbClr val="0E3B31"/>
                </a:solidFill>
                <a:latin typeface="Arial"/>
                <a:ea typeface="Arial"/>
                <a:cs typeface="Arial"/>
              </a:defRPr>
            </a:lvl1pPr>
            <a:lvl2pPr algn="l">
              <a:buNone/>
              <a:defRPr sz="3600" b="1">
                <a:solidFill>
                  <a:srgbClr val="0E3B31"/>
                </a:solidFill>
                <a:latin typeface="Arial"/>
                <a:ea typeface="Arial"/>
                <a:cs typeface="Arial"/>
              </a:defRPr>
            </a:lvl2pPr>
            <a:lvl3pPr algn="l">
              <a:buNone/>
              <a:defRPr sz="3600" b="1">
                <a:solidFill>
                  <a:srgbClr val="0E3B31"/>
                </a:solidFill>
                <a:latin typeface="Arial"/>
                <a:ea typeface="Arial"/>
                <a:cs typeface="Arial"/>
              </a:defRPr>
            </a:lvl3pPr>
            <a:lvl4pPr algn="l">
              <a:buNone/>
              <a:defRPr sz="3600" b="1">
                <a:solidFill>
                  <a:srgbClr val="0E3B31"/>
                </a:solidFill>
                <a:latin typeface="Arial"/>
                <a:ea typeface="Arial"/>
                <a:cs typeface="Arial"/>
              </a:defRPr>
            </a:lvl4pPr>
            <a:lvl5pPr algn="l">
              <a:buNone/>
              <a:defRPr sz="3600" b="1">
                <a:solidFill>
                  <a:srgbClr val="0E3B31"/>
                </a:solidFill>
                <a:latin typeface="Arial"/>
                <a:ea typeface="Arial"/>
                <a:cs typeface="Arial"/>
              </a:defRPr>
            </a:lvl5pPr>
            <a:lvl6pPr algn="l">
              <a:buNone/>
              <a:defRPr sz="3600" b="1">
                <a:solidFill>
                  <a:srgbClr val="0E3B31"/>
                </a:solidFill>
                <a:latin typeface="Arial"/>
                <a:ea typeface="Arial"/>
                <a:cs typeface="Arial"/>
              </a:defRPr>
            </a:lvl6pPr>
            <a:lvl7pPr algn="l">
              <a:buNone/>
              <a:defRPr sz="3600" b="1">
                <a:solidFill>
                  <a:srgbClr val="0E3B31"/>
                </a:solidFill>
                <a:latin typeface="Arial"/>
                <a:ea typeface="Arial"/>
                <a:cs typeface="Arial"/>
              </a:defRPr>
            </a:lvl7pPr>
            <a:lvl8pPr algn="l">
              <a:buNone/>
              <a:defRPr sz="3600" b="1">
                <a:solidFill>
                  <a:srgbClr val="0E3B31"/>
                </a:solidFill>
                <a:latin typeface="Arial"/>
                <a:ea typeface="Arial"/>
                <a:cs typeface="Arial"/>
              </a:defRPr>
            </a:lvl8pPr>
            <a:lvl9pPr algn="l">
              <a:buNone/>
              <a:defRPr sz="3600" b="1">
                <a:solidFill>
                  <a:srgbClr val="0E3B31"/>
                </a:solidFill>
                <a:latin typeface="Arial"/>
                <a:ea typeface="Arial"/>
                <a:cs typeface="Arial"/>
              </a:defRPr>
            </a:lvl9pPr>
          </a:lstStyle>
          <a:p xmlns:a="http://schemas.openxmlformats.org/drawingml/2006/main">
            <a:pPr algn="l">
              <a:buNone/>
              <a:defRPr sz="3600" b="1">
                <a:solidFill>
                  <a:srgbClr val="0E3B31"/>
                </a:solidFill>
                <a:latin typeface="Arial"/>
                <a:ea typeface="Arial"/>
                <a:cs typeface="Arial"/>
              </a:defRPr>
            </a:pPr>
            <a:r>
              <a:rPr sz="3600" b="1">
                <a:solidFill>
                  <a:srgbClr val="0E3B31"/>
                </a:solidFill>
                <a:latin typeface="Arial"/>
                <a:ea typeface="Arial"/>
                <a:cs typeface="Arial"/>
              </a:rPr>
              <a:t>Automatizaciones implementadas</a:t>
            </a:r>
          </a:p>
        </p:txBody>
      </p:sp>
      <p:sp>
        <p:nvSpPr>
          <p:cNvPr id="2" name="Preparación del modelo y planificación programada">
            <a:extLst xmlns:a="http://schemas.openxmlformats.org/drawingml/2006/main">
              <a:ext uri="{FF2B5EF4-FFF2-40B4-BE49-F238E27FC236}">
                <a16:creationId xmlns:a16="http://schemas.microsoft.com/office/drawing/2014/main" id="{51B25043-D7C5-41C5-A634-F48B69C3C70E}"/>
              </a:ext>
            </a:extLst>
          </p:cNvPr>
          <p:cNvSpPr>
            <a:spLocks xmlns:a="http://schemas.openxmlformats.org/drawingml/2006/main" noGrp="1"/>
          </p:cNvSpPr>
          <p:nvPr/>
        </p:nvSpPr>
        <p:spPr>
          <a:xfrm xmlns:a="http://schemas.openxmlformats.org/drawingml/2006/main">
            <a:off x="685800" y="1504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B6863"/>
                </a:solidFill>
                <a:latin typeface="Arial"/>
                <a:ea typeface="Arial"/>
                <a:cs typeface="Arial"/>
              </a:defRPr>
            </a:defPPr>
            <a:lvl1pPr algn="l">
              <a:buNone/>
              <a:defRPr sz="2025" b="0">
                <a:solidFill>
                  <a:srgbClr val="5B6863"/>
                </a:solidFill>
                <a:latin typeface="Arial"/>
                <a:ea typeface="Arial"/>
                <a:cs typeface="Arial"/>
              </a:defRPr>
            </a:lvl1pPr>
            <a:lvl2pPr algn="l">
              <a:buNone/>
              <a:defRPr sz="2025" b="0">
                <a:solidFill>
                  <a:srgbClr val="5B6863"/>
                </a:solidFill>
                <a:latin typeface="Arial"/>
                <a:ea typeface="Arial"/>
                <a:cs typeface="Arial"/>
              </a:defRPr>
            </a:lvl2pPr>
            <a:lvl3pPr algn="l">
              <a:buNone/>
              <a:defRPr sz="2025" b="0">
                <a:solidFill>
                  <a:srgbClr val="5B6863"/>
                </a:solidFill>
                <a:latin typeface="Arial"/>
                <a:ea typeface="Arial"/>
                <a:cs typeface="Arial"/>
              </a:defRPr>
            </a:lvl3pPr>
            <a:lvl4pPr algn="l">
              <a:buNone/>
              <a:defRPr sz="2025" b="0">
                <a:solidFill>
                  <a:srgbClr val="5B6863"/>
                </a:solidFill>
                <a:latin typeface="Arial"/>
                <a:ea typeface="Arial"/>
                <a:cs typeface="Arial"/>
              </a:defRPr>
            </a:lvl4pPr>
            <a:lvl5pPr algn="l">
              <a:buNone/>
              <a:defRPr sz="2025" b="0">
                <a:solidFill>
                  <a:srgbClr val="5B6863"/>
                </a:solidFill>
                <a:latin typeface="Arial"/>
                <a:ea typeface="Arial"/>
                <a:cs typeface="Arial"/>
              </a:defRPr>
            </a:lvl5pPr>
            <a:lvl6pPr algn="l">
              <a:buNone/>
              <a:defRPr sz="2025" b="0">
                <a:solidFill>
                  <a:srgbClr val="5B6863"/>
                </a:solidFill>
                <a:latin typeface="Arial"/>
                <a:ea typeface="Arial"/>
                <a:cs typeface="Arial"/>
              </a:defRPr>
            </a:lvl6pPr>
            <a:lvl7pPr algn="l">
              <a:buNone/>
              <a:defRPr sz="2025" b="0">
                <a:solidFill>
                  <a:srgbClr val="5B6863"/>
                </a:solidFill>
                <a:latin typeface="Arial"/>
                <a:ea typeface="Arial"/>
                <a:cs typeface="Arial"/>
              </a:defRPr>
            </a:lvl7pPr>
            <a:lvl8pPr algn="l">
              <a:buNone/>
              <a:defRPr sz="2025" b="0">
                <a:solidFill>
                  <a:srgbClr val="5B6863"/>
                </a:solidFill>
                <a:latin typeface="Arial"/>
                <a:ea typeface="Arial"/>
                <a:cs typeface="Arial"/>
              </a:defRPr>
            </a:lvl8pPr>
            <a:lvl9pPr algn="l">
              <a:buNone/>
              <a:defRPr sz="2025" b="0">
                <a:solidFill>
                  <a:srgbClr val="5B6863"/>
                </a:solidFill>
                <a:latin typeface="Arial"/>
                <a:ea typeface="Arial"/>
                <a:cs typeface="Arial"/>
              </a:defRPr>
            </a:lvl9pPr>
          </a:lstStyle>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Preparación del modelo y planificación programada</a:t>
            </a:r>
          </a:p>
        </p:txBody>
      </p:sp>
      <p:sp>
        <p:nvSpPr>
          <p:cNvPr id="3" name="F01 · Preparar modelo">
            <a:extLst xmlns:a="http://schemas.openxmlformats.org/drawingml/2006/main">
              <a:ext uri="{FF2B5EF4-FFF2-40B4-BE49-F238E27FC236}">
                <a16:creationId xmlns:a16="http://schemas.microsoft.com/office/drawing/2014/main" id="{11F7A5B4-A4D4-4BFB-8D6A-2F21BD372F4A}"/>
              </a:ext>
            </a:extLst>
          </p:cNvPr>
          <p:cNvSpPr>
            <a:spLocks xmlns:a="http://schemas.openxmlformats.org/drawingml/2006/main" noGrp="1"/>
          </p:cNvSpPr>
          <p:nvPr/>
        </p:nvSpPr>
        <p:spPr>
          <a:xfrm xmlns:a="http://schemas.openxmlformats.org/drawingml/2006/main">
            <a:off x="685800" y="2362200"/>
            <a:ext cx="34385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604E"/>
                </a:solidFill>
                <a:latin typeface="Arial"/>
                <a:ea typeface="Arial"/>
                <a:cs typeface="Arial"/>
              </a:defRPr>
            </a:defPPr>
            <a:lvl1pPr algn="l">
              <a:buNone/>
              <a:defRPr sz="2100" b="1">
                <a:solidFill>
                  <a:srgbClr val="17604E"/>
                </a:solidFill>
                <a:latin typeface="Arial"/>
                <a:ea typeface="Arial"/>
                <a:cs typeface="Arial"/>
              </a:defRPr>
            </a:lvl1pPr>
            <a:lvl2pPr algn="l">
              <a:buNone/>
              <a:defRPr sz="2100" b="1">
                <a:solidFill>
                  <a:srgbClr val="17604E"/>
                </a:solidFill>
                <a:latin typeface="Arial"/>
                <a:ea typeface="Arial"/>
                <a:cs typeface="Arial"/>
              </a:defRPr>
            </a:lvl2pPr>
            <a:lvl3pPr algn="l">
              <a:buNone/>
              <a:defRPr sz="2100" b="1">
                <a:solidFill>
                  <a:srgbClr val="17604E"/>
                </a:solidFill>
                <a:latin typeface="Arial"/>
                <a:ea typeface="Arial"/>
                <a:cs typeface="Arial"/>
              </a:defRPr>
            </a:lvl3pPr>
            <a:lvl4pPr algn="l">
              <a:buNone/>
              <a:defRPr sz="2100" b="1">
                <a:solidFill>
                  <a:srgbClr val="17604E"/>
                </a:solidFill>
                <a:latin typeface="Arial"/>
                <a:ea typeface="Arial"/>
                <a:cs typeface="Arial"/>
              </a:defRPr>
            </a:lvl4pPr>
            <a:lvl5pPr algn="l">
              <a:buNone/>
              <a:defRPr sz="2100" b="1">
                <a:solidFill>
                  <a:srgbClr val="17604E"/>
                </a:solidFill>
                <a:latin typeface="Arial"/>
                <a:ea typeface="Arial"/>
                <a:cs typeface="Arial"/>
              </a:defRPr>
            </a:lvl5pPr>
            <a:lvl6pPr algn="l">
              <a:buNone/>
              <a:defRPr sz="2100" b="1">
                <a:solidFill>
                  <a:srgbClr val="17604E"/>
                </a:solidFill>
                <a:latin typeface="Arial"/>
                <a:ea typeface="Arial"/>
                <a:cs typeface="Arial"/>
              </a:defRPr>
            </a:lvl6pPr>
            <a:lvl7pPr algn="l">
              <a:buNone/>
              <a:defRPr sz="2100" b="1">
                <a:solidFill>
                  <a:srgbClr val="17604E"/>
                </a:solidFill>
                <a:latin typeface="Arial"/>
                <a:ea typeface="Arial"/>
                <a:cs typeface="Arial"/>
              </a:defRPr>
            </a:lvl7pPr>
            <a:lvl8pPr algn="l">
              <a:buNone/>
              <a:defRPr sz="2100" b="1">
                <a:solidFill>
                  <a:srgbClr val="17604E"/>
                </a:solidFill>
                <a:latin typeface="Arial"/>
                <a:ea typeface="Arial"/>
                <a:cs typeface="Arial"/>
              </a:defRPr>
            </a:lvl8pPr>
            <a:lvl9pPr algn="l">
              <a:buNone/>
              <a:defRPr sz="2100" b="1">
                <a:solidFill>
                  <a:srgbClr val="17604E"/>
                </a:solidFill>
                <a:latin typeface="Arial"/>
                <a:ea typeface="Arial"/>
                <a:cs typeface="Arial"/>
              </a:defRPr>
            </a:lvl9pPr>
          </a:lstStyle>
          <a:p xmlns:a="http://schemas.openxmlformats.org/drawingml/2006/main">
            <a:pPr algn="l">
              <a:buNone/>
              <a:defRPr sz="2100" b="1">
                <a:solidFill>
                  <a:srgbClr val="17604E"/>
                </a:solidFill>
                <a:latin typeface="Arial"/>
                <a:ea typeface="Arial"/>
                <a:cs typeface="Arial"/>
              </a:defRPr>
            </a:pPr>
            <a:r>
              <a:rPr sz="2100" b="1">
                <a:solidFill>
                  <a:srgbClr val="17604E"/>
                </a:solidFill>
                <a:latin typeface="Arial"/>
                <a:ea typeface="Arial"/>
                <a:cs typeface="Arial"/>
              </a:rPr>
              <a:t>F01 · Preparar modelo</a:t>
            </a:r>
          </a:p>
        </p:txBody>
      </p:sp>
      <p:sp>
        <p:nvSpPr>
          <p:cNvPr id="4" name="Carga confirmada o solicitud administrativa. Guarda un modelo Cat">
            <a:extLst xmlns:a="http://schemas.openxmlformats.org/drawingml/2006/main">
              <a:ext uri="{FF2B5EF4-FFF2-40B4-BE49-F238E27FC236}">
                <a16:creationId xmlns:a16="http://schemas.microsoft.com/office/drawing/2014/main" id="{0F296D34-C925-4830-A271-8AE8F431B5B0}"/>
              </a:ext>
            </a:extLst>
          </p:cNvPr>
          <p:cNvSpPr>
            <a:spLocks xmlns:a="http://schemas.openxmlformats.org/drawingml/2006/main" noGrp="1"/>
          </p:cNvSpPr>
          <p:nvPr/>
        </p:nvSpPr>
        <p:spPr>
          <a:xfrm xmlns:a="http://schemas.openxmlformats.org/drawingml/2006/main">
            <a:off x="4352925" y="2362200"/>
            <a:ext cx="71532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11E"/>
                </a:solidFill>
                <a:latin typeface="Arial"/>
                <a:ea typeface="Arial"/>
                <a:cs typeface="Arial"/>
              </a:defRPr>
            </a:defPPr>
            <a:lvl1pPr algn="l">
              <a:buNone/>
              <a:defRPr sz="2100" b="0">
                <a:solidFill>
                  <a:srgbClr val="18211E"/>
                </a:solidFill>
                <a:latin typeface="Arial"/>
                <a:ea typeface="Arial"/>
                <a:cs typeface="Arial"/>
              </a:defRPr>
            </a:lvl1pPr>
            <a:lvl2pPr algn="l">
              <a:buNone/>
              <a:defRPr sz="2100" b="0">
                <a:solidFill>
                  <a:srgbClr val="18211E"/>
                </a:solidFill>
                <a:latin typeface="Arial"/>
                <a:ea typeface="Arial"/>
                <a:cs typeface="Arial"/>
              </a:defRPr>
            </a:lvl2pPr>
            <a:lvl3pPr algn="l">
              <a:buNone/>
              <a:defRPr sz="2100" b="0">
                <a:solidFill>
                  <a:srgbClr val="18211E"/>
                </a:solidFill>
                <a:latin typeface="Arial"/>
                <a:ea typeface="Arial"/>
                <a:cs typeface="Arial"/>
              </a:defRPr>
            </a:lvl3pPr>
            <a:lvl4pPr algn="l">
              <a:buNone/>
              <a:defRPr sz="2100" b="0">
                <a:solidFill>
                  <a:srgbClr val="18211E"/>
                </a:solidFill>
                <a:latin typeface="Arial"/>
                <a:ea typeface="Arial"/>
                <a:cs typeface="Arial"/>
              </a:defRPr>
            </a:lvl4pPr>
            <a:lvl5pPr algn="l">
              <a:buNone/>
              <a:defRPr sz="2100" b="0">
                <a:solidFill>
                  <a:srgbClr val="18211E"/>
                </a:solidFill>
                <a:latin typeface="Arial"/>
                <a:ea typeface="Arial"/>
                <a:cs typeface="Arial"/>
              </a:defRPr>
            </a:lvl5pPr>
            <a:lvl6pPr algn="l">
              <a:buNone/>
              <a:defRPr sz="2100" b="0">
                <a:solidFill>
                  <a:srgbClr val="18211E"/>
                </a:solidFill>
                <a:latin typeface="Arial"/>
                <a:ea typeface="Arial"/>
                <a:cs typeface="Arial"/>
              </a:defRPr>
            </a:lvl6pPr>
            <a:lvl7pPr algn="l">
              <a:buNone/>
              <a:defRPr sz="2100" b="0">
                <a:solidFill>
                  <a:srgbClr val="18211E"/>
                </a:solidFill>
                <a:latin typeface="Arial"/>
                <a:ea typeface="Arial"/>
                <a:cs typeface="Arial"/>
              </a:defRPr>
            </a:lvl7pPr>
            <a:lvl8pPr algn="l">
              <a:buNone/>
              <a:defRPr sz="2100" b="0">
                <a:solidFill>
                  <a:srgbClr val="18211E"/>
                </a:solidFill>
                <a:latin typeface="Arial"/>
                <a:ea typeface="Arial"/>
                <a:cs typeface="Arial"/>
              </a:defRPr>
            </a:lvl8pPr>
            <a:lvl9pPr algn="l">
              <a:buNone/>
              <a:defRPr sz="2100" b="0">
                <a:solidFill>
                  <a:srgbClr val="18211E"/>
                </a:solidFill>
                <a:latin typeface="Arial"/>
                <a:ea typeface="Arial"/>
                <a:cs typeface="Arial"/>
              </a:defRPr>
            </a:lvl9pPr>
          </a:lstStyle>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Carga confirmada o solicitud administrativa.</a:t>
            </a:r>
          </a:p>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Guarda un modelo CatBoost versionado.</a:t>
            </a:r>
          </a:p>
        </p:txBody>
      </p:sp>
      <p:sp>
        <p:nvSpPr>
          <p:cNvPr id="5" name="F02 · Evaluar modelo">
            <a:extLst xmlns:a="http://schemas.openxmlformats.org/drawingml/2006/main">
              <a:ext uri="{FF2B5EF4-FFF2-40B4-BE49-F238E27FC236}">
                <a16:creationId xmlns:a16="http://schemas.microsoft.com/office/drawing/2014/main" id="{28AB4A22-82A8-4B67-9FBB-7370F9A011D4}"/>
              </a:ext>
            </a:extLst>
          </p:cNvPr>
          <p:cNvSpPr>
            <a:spLocks xmlns:a="http://schemas.openxmlformats.org/drawingml/2006/main" noGrp="1"/>
          </p:cNvSpPr>
          <p:nvPr/>
        </p:nvSpPr>
        <p:spPr>
          <a:xfrm xmlns:a="http://schemas.openxmlformats.org/drawingml/2006/main">
            <a:off x="685800" y="3514725"/>
            <a:ext cx="34385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604E"/>
                </a:solidFill>
                <a:latin typeface="Arial"/>
                <a:ea typeface="Arial"/>
                <a:cs typeface="Arial"/>
              </a:defRPr>
            </a:defPPr>
            <a:lvl1pPr algn="l">
              <a:buNone/>
              <a:defRPr sz="2100" b="1">
                <a:solidFill>
                  <a:srgbClr val="17604E"/>
                </a:solidFill>
                <a:latin typeface="Arial"/>
                <a:ea typeface="Arial"/>
                <a:cs typeface="Arial"/>
              </a:defRPr>
            </a:lvl1pPr>
            <a:lvl2pPr algn="l">
              <a:buNone/>
              <a:defRPr sz="2100" b="1">
                <a:solidFill>
                  <a:srgbClr val="17604E"/>
                </a:solidFill>
                <a:latin typeface="Arial"/>
                <a:ea typeface="Arial"/>
                <a:cs typeface="Arial"/>
              </a:defRPr>
            </a:lvl2pPr>
            <a:lvl3pPr algn="l">
              <a:buNone/>
              <a:defRPr sz="2100" b="1">
                <a:solidFill>
                  <a:srgbClr val="17604E"/>
                </a:solidFill>
                <a:latin typeface="Arial"/>
                <a:ea typeface="Arial"/>
                <a:cs typeface="Arial"/>
              </a:defRPr>
            </a:lvl3pPr>
            <a:lvl4pPr algn="l">
              <a:buNone/>
              <a:defRPr sz="2100" b="1">
                <a:solidFill>
                  <a:srgbClr val="17604E"/>
                </a:solidFill>
                <a:latin typeface="Arial"/>
                <a:ea typeface="Arial"/>
                <a:cs typeface="Arial"/>
              </a:defRPr>
            </a:lvl4pPr>
            <a:lvl5pPr algn="l">
              <a:buNone/>
              <a:defRPr sz="2100" b="1">
                <a:solidFill>
                  <a:srgbClr val="17604E"/>
                </a:solidFill>
                <a:latin typeface="Arial"/>
                <a:ea typeface="Arial"/>
                <a:cs typeface="Arial"/>
              </a:defRPr>
            </a:lvl5pPr>
            <a:lvl6pPr algn="l">
              <a:buNone/>
              <a:defRPr sz="2100" b="1">
                <a:solidFill>
                  <a:srgbClr val="17604E"/>
                </a:solidFill>
                <a:latin typeface="Arial"/>
                <a:ea typeface="Arial"/>
                <a:cs typeface="Arial"/>
              </a:defRPr>
            </a:lvl6pPr>
            <a:lvl7pPr algn="l">
              <a:buNone/>
              <a:defRPr sz="2100" b="1">
                <a:solidFill>
                  <a:srgbClr val="17604E"/>
                </a:solidFill>
                <a:latin typeface="Arial"/>
                <a:ea typeface="Arial"/>
                <a:cs typeface="Arial"/>
              </a:defRPr>
            </a:lvl7pPr>
            <a:lvl8pPr algn="l">
              <a:buNone/>
              <a:defRPr sz="2100" b="1">
                <a:solidFill>
                  <a:srgbClr val="17604E"/>
                </a:solidFill>
                <a:latin typeface="Arial"/>
                <a:ea typeface="Arial"/>
                <a:cs typeface="Arial"/>
              </a:defRPr>
            </a:lvl8pPr>
            <a:lvl9pPr algn="l">
              <a:buNone/>
              <a:defRPr sz="2100" b="1">
                <a:solidFill>
                  <a:srgbClr val="17604E"/>
                </a:solidFill>
                <a:latin typeface="Arial"/>
                <a:ea typeface="Arial"/>
                <a:cs typeface="Arial"/>
              </a:defRPr>
            </a:lvl9pPr>
          </a:lstStyle>
          <a:p xmlns:a="http://schemas.openxmlformats.org/drawingml/2006/main">
            <a:pPr algn="l">
              <a:buNone/>
              <a:defRPr sz="2100" b="1">
                <a:solidFill>
                  <a:srgbClr val="17604E"/>
                </a:solidFill>
                <a:latin typeface="Arial"/>
                <a:ea typeface="Arial"/>
                <a:cs typeface="Arial"/>
              </a:defRPr>
            </a:pPr>
            <a:r>
              <a:rPr sz="2100" b="1">
                <a:solidFill>
                  <a:srgbClr val="17604E"/>
                </a:solidFill>
                <a:latin typeface="Arial"/>
                <a:ea typeface="Arial"/>
                <a:cs typeface="Arial"/>
              </a:rPr>
              <a:t>F02 · Evaluar modelo</a:t>
            </a:r>
          </a:p>
        </p:txBody>
      </p:sp>
      <p:sp>
        <p:nvSpPr>
          <p:cNvPr id="6" name="Tras la preparación, recorre la prueba histórica y conserva compa">
            <a:extLst xmlns:a="http://schemas.openxmlformats.org/drawingml/2006/main">
              <a:ext uri="{FF2B5EF4-FFF2-40B4-BE49-F238E27FC236}">
                <a16:creationId xmlns:a16="http://schemas.microsoft.com/office/drawing/2014/main" id="{2A212900-2C15-4253-8938-24ED0136B5E6}"/>
              </a:ext>
            </a:extLst>
          </p:cNvPr>
          <p:cNvSpPr>
            <a:spLocks xmlns:a="http://schemas.openxmlformats.org/drawingml/2006/main" noGrp="1"/>
          </p:cNvSpPr>
          <p:nvPr/>
        </p:nvSpPr>
        <p:spPr>
          <a:xfrm xmlns:a="http://schemas.openxmlformats.org/drawingml/2006/main">
            <a:off x="4352925" y="3514725"/>
            <a:ext cx="71532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11E"/>
                </a:solidFill>
                <a:latin typeface="Arial"/>
                <a:ea typeface="Arial"/>
                <a:cs typeface="Arial"/>
              </a:defRPr>
            </a:defPPr>
            <a:lvl1pPr algn="l">
              <a:buNone/>
              <a:defRPr sz="2100" b="0">
                <a:solidFill>
                  <a:srgbClr val="18211E"/>
                </a:solidFill>
                <a:latin typeface="Arial"/>
                <a:ea typeface="Arial"/>
                <a:cs typeface="Arial"/>
              </a:defRPr>
            </a:lvl1pPr>
            <a:lvl2pPr algn="l">
              <a:buNone/>
              <a:defRPr sz="2100" b="0">
                <a:solidFill>
                  <a:srgbClr val="18211E"/>
                </a:solidFill>
                <a:latin typeface="Arial"/>
                <a:ea typeface="Arial"/>
                <a:cs typeface="Arial"/>
              </a:defRPr>
            </a:lvl2pPr>
            <a:lvl3pPr algn="l">
              <a:buNone/>
              <a:defRPr sz="2100" b="0">
                <a:solidFill>
                  <a:srgbClr val="18211E"/>
                </a:solidFill>
                <a:latin typeface="Arial"/>
                <a:ea typeface="Arial"/>
                <a:cs typeface="Arial"/>
              </a:defRPr>
            </a:lvl3pPr>
            <a:lvl4pPr algn="l">
              <a:buNone/>
              <a:defRPr sz="2100" b="0">
                <a:solidFill>
                  <a:srgbClr val="18211E"/>
                </a:solidFill>
                <a:latin typeface="Arial"/>
                <a:ea typeface="Arial"/>
                <a:cs typeface="Arial"/>
              </a:defRPr>
            </a:lvl4pPr>
            <a:lvl5pPr algn="l">
              <a:buNone/>
              <a:defRPr sz="2100" b="0">
                <a:solidFill>
                  <a:srgbClr val="18211E"/>
                </a:solidFill>
                <a:latin typeface="Arial"/>
                <a:ea typeface="Arial"/>
                <a:cs typeface="Arial"/>
              </a:defRPr>
            </a:lvl5pPr>
            <a:lvl6pPr algn="l">
              <a:buNone/>
              <a:defRPr sz="2100" b="0">
                <a:solidFill>
                  <a:srgbClr val="18211E"/>
                </a:solidFill>
                <a:latin typeface="Arial"/>
                <a:ea typeface="Arial"/>
                <a:cs typeface="Arial"/>
              </a:defRPr>
            </a:lvl6pPr>
            <a:lvl7pPr algn="l">
              <a:buNone/>
              <a:defRPr sz="2100" b="0">
                <a:solidFill>
                  <a:srgbClr val="18211E"/>
                </a:solidFill>
                <a:latin typeface="Arial"/>
                <a:ea typeface="Arial"/>
                <a:cs typeface="Arial"/>
              </a:defRPr>
            </a:lvl7pPr>
            <a:lvl8pPr algn="l">
              <a:buNone/>
              <a:defRPr sz="2100" b="0">
                <a:solidFill>
                  <a:srgbClr val="18211E"/>
                </a:solidFill>
                <a:latin typeface="Arial"/>
                <a:ea typeface="Arial"/>
                <a:cs typeface="Arial"/>
              </a:defRPr>
            </a:lvl8pPr>
            <a:lvl9pPr algn="l">
              <a:buNone/>
              <a:defRPr sz="2100" b="0">
                <a:solidFill>
                  <a:srgbClr val="18211E"/>
                </a:solidFill>
                <a:latin typeface="Arial"/>
                <a:ea typeface="Arial"/>
                <a:cs typeface="Arial"/>
              </a:defRPr>
            </a:lvl9pPr>
          </a:lstStyle>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Tras la preparación, recorre la prueba histórica</a:t>
            </a:r>
          </a:p>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y conserva comparaciones y métricas.</a:t>
            </a:r>
          </a:p>
        </p:txBody>
      </p:sp>
      <p:sp>
        <p:nvSpPr>
          <p:cNvPr id="7" name="F03 · Planificar y comprar">
            <a:extLst xmlns:a="http://schemas.openxmlformats.org/drawingml/2006/main">
              <a:ext uri="{FF2B5EF4-FFF2-40B4-BE49-F238E27FC236}">
                <a16:creationId xmlns:a16="http://schemas.microsoft.com/office/drawing/2014/main" id="{F16495C9-7E35-4501-8AB0-79D012230E8F}"/>
              </a:ext>
            </a:extLst>
          </p:cNvPr>
          <p:cNvSpPr>
            <a:spLocks xmlns:a="http://schemas.openxmlformats.org/drawingml/2006/main" noGrp="1"/>
          </p:cNvSpPr>
          <p:nvPr/>
        </p:nvSpPr>
        <p:spPr>
          <a:xfrm xmlns:a="http://schemas.openxmlformats.org/drawingml/2006/main">
            <a:off x="685800" y="4667250"/>
            <a:ext cx="34385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604E"/>
                </a:solidFill>
                <a:latin typeface="Arial"/>
                <a:ea typeface="Arial"/>
                <a:cs typeface="Arial"/>
              </a:defRPr>
            </a:defPPr>
            <a:lvl1pPr algn="l">
              <a:buNone/>
              <a:defRPr sz="2100" b="1">
                <a:solidFill>
                  <a:srgbClr val="17604E"/>
                </a:solidFill>
                <a:latin typeface="Arial"/>
                <a:ea typeface="Arial"/>
                <a:cs typeface="Arial"/>
              </a:defRPr>
            </a:lvl1pPr>
            <a:lvl2pPr algn="l">
              <a:buNone/>
              <a:defRPr sz="2100" b="1">
                <a:solidFill>
                  <a:srgbClr val="17604E"/>
                </a:solidFill>
                <a:latin typeface="Arial"/>
                <a:ea typeface="Arial"/>
                <a:cs typeface="Arial"/>
              </a:defRPr>
            </a:lvl2pPr>
            <a:lvl3pPr algn="l">
              <a:buNone/>
              <a:defRPr sz="2100" b="1">
                <a:solidFill>
                  <a:srgbClr val="17604E"/>
                </a:solidFill>
                <a:latin typeface="Arial"/>
                <a:ea typeface="Arial"/>
                <a:cs typeface="Arial"/>
              </a:defRPr>
            </a:lvl3pPr>
            <a:lvl4pPr algn="l">
              <a:buNone/>
              <a:defRPr sz="2100" b="1">
                <a:solidFill>
                  <a:srgbClr val="17604E"/>
                </a:solidFill>
                <a:latin typeface="Arial"/>
                <a:ea typeface="Arial"/>
                <a:cs typeface="Arial"/>
              </a:defRPr>
            </a:lvl4pPr>
            <a:lvl5pPr algn="l">
              <a:buNone/>
              <a:defRPr sz="2100" b="1">
                <a:solidFill>
                  <a:srgbClr val="17604E"/>
                </a:solidFill>
                <a:latin typeface="Arial"/>
                <a:ea typeface="Arial"/>
                <a:cs typeface="Arial"/>
              </a:defRPr>
            </a:lvl5pPr>
            <a:lvl6pPr algn="l">
              <a:buNone/>
              <a:defRPr sz="2100" b="1">
                <a:solidFill>
                  <a:srgbClr val="17604E"/>
                </a:solidFill>
                <a:latin typeface="Arial"/>
                <a:ea typeface="Arial"/>
                <a:cs typeface="Arial"/>
              </a:defRPr>
            </a:lvl6pPr>
            <a:lvl7pPr algn="l">
              <a:buNone/>
              <a:defRPr sz="2100" b="1">
                <a:solidFill>
                  <a:srgbClr val="17604E"/>
                </a:solidFill>
                <a:latin typeface="Arial"/>
                <a:ea typeface="Arial"/>
                <a:cs typeface="Arial"/>
              </a:defRPr>
            </a:lvl7pPr>
            <a:lvl8pPr algn="l">
              <a:buNone/>
              <a:defRPr sz="2100" b="1">
                <a:solidFill>
                  <a:srgbClr val="17604E"/>
                </a:solidFill>
                <a:latin typeface="Arial"/>
                <a:ea typeface="Arial"/>
                <a:cs typeface="Arial"/>
              </a:defRPr>
            </a:lvl8pPr>
            <a:lvl9pPr algn="l">
              <a:buNone/>
              <a:defRPr sz="2100" b="1">
                <a:solidFill>
                  <a:srgbClr val="17604E"/>
                </a:solidFill>
                <a:latin typeface="Arial"/>
                <a:ea typeface="Arial"/>
                <a:cs typeface="Arial"/>
              </a:defRPr>
            </a:lvl9pPr>
          </a:lstStyle>
          <a:p xmlns:a="http://schemas.openxmlformats.org/drawingml/2006/main">
            <a:pPr algn="l">
              <a:buNone/>
              <a:defRPr sz="2100" b="1">
                <a:solidFill>
                  <a:srgbClr val="17604E"/>
                </a:solidFill>
                <a:latin typeface="Arial"/>
                <a:ea typeface="Arial"/>
                <a:cs typeface="Arial"/>
              </a:defRPr>
            </a:pPr>
            <a:r>
              <a:rPr sz="2100" b="1">
                <a:solidFill>
                  <a:srgbClr val="17604E"/>
                </a:solidFill>
                <a:latin typeface="Arial"/>
                <a:ea typeface="Arial"/>
                <a:cs typeface="Arial"/>
              </a:rPr>
              <a:t>F03 · Planificar y comprar</a:t>
            </a:r>
          </a:p>
        </p:txBody>
      </p:sp>
      <p:sp>
        <p:nvSpPr>
          <p:cNvPr id="8" name="Al vencer la programación, calcula pronóstico, plan, insumos y pr">
            <a:extLst xmlns:a="http://schemas.openxmlformats.org/drawingml/2006/main">
              <a:ext uri="{FF2B5EF4-FFF2-40B4-BE49-F238E27FC236}">
                <a16:creationId xmlns:a16="http://schemas.microsoft.com/office/drawing/2014/main" id="{6994FF3B-6054-4253-81BE-127E5CED0524}"/>
              </a:ext>
            </a:extLst>
          </p:cNvPr>
          <p:cNvSpPr>
            <a:spLocks xmlns:a="http://schemas.openxmlformats.org/drawingml/2006/main" noGrp="1"/>
          </p:cNvSpPr>
          <p:nvPr/>
        </p:nvSpPr>
        <p:spPr>
          <a:xfrm xmlns:a="http://schemas.openxmlformats.org/drawingml/2006/main">
            <a:off x="4352925" y="4667250"/>
            <a:ext cx="71532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11E"/>
                </a:solidFill>
                <a:latin typeface="Arial"/>
                <a:ea typeface="Arial"/>
                <a:cs typeface="Arial"/>
              </a:defRPr>
            </a:defPPr>
            <a:lvl1pPr algn="l">
              <a:buNone/>
              <a:defRPr sz="2100" b="0">
                <a:solidFill>
                  <a:srgbClr val="18211E"/>
                </a:solidFill>
                <a:latin typeface="Arial"/>
                <a:ea typeface="Arial"/>
                <a:cs typeface="Arial"/>
              </a:defRPr>
            </a:lvl1pPr>
            <a:lvl2pPr algn="l">
              <a:buNone/>
              <a:defRPr sz="2100" b="0">
                <a:solidFill>
                  <a:srgbClr val="18211E"/>
                </a:solidFill>
                <a:latin typeface="Arial"/>
                <a:ea typeface="Arial"/>
                <a:cs typeface="Arial"/>
              </a:defRPr>
            </a:lvl2pPr>
            <a:lvl3pPr algn="l">
              <a:buNone/>
              <a:defRPr sz="2100" b="0">
                <a:solidFill>
                  <a:srgbClr val="18211E"/>
                </a:solidFill>
                <a:latin typeface="Arial"/>
                <a:ea typeface="Arial"/>
                <a:cs typeface="Arial"/>
              </a:defRPr>
            </a:lvl3pPr>
            <a:lvl4pPr algn="l">
              <a:buNone/>
              <a:defRPr sz="2100" b="0">
                <a:solidFill>
                  <a:srgbClr val="18211E"/>
                </a:solidFill>
                <a:latin typeface="Arial"/>
                <a:ea typeface="Arial"/>
                <a:cs typeface="Arial"/>
              </a:defRPr>
            </a:lvl4pPr>
            <a:lvl5pPr algn="l">
              <a:buNone/>
              <a:defRPr sz="2100" b="0">
                <a:solidFill>
                  <a:srgbClr val="18211E"/>
                </a:solidFill>
                <a:latin typeface="Arial"/>
                <a:ea typeface="Arial"/>
                <a:cs typeface="Arial"/>
              </a:defRPr>
            </a:lvl5pPr>
            <a:lvl6pPr algn="l">
              <a:buNone/>
              <a:defRPr sz="2100" b="0">
                <a:solidFill>
                  <a:srgbClr val="18211E"/>
                </a:solidFill>
                <a:latin typeface="Arial"/>
                <a:ea typeface="Arial"/>
                <a:cs typeface="Arial"/>
              </a:defRPr>
            </a:lvl6pPr>
            <a:lvl7pPr algn="l">
              <a:buNone/>
              <a:defRPr sz="2100" b="0">
                <a:solidFill>
                  <a:srgbClr val="18211E"/>
                </a:solidFill>
                <a:latin typeface="Arial"/>
                <a:ea typeface="Arial"/>
                <a:cs typeface="Arial"/>
              </a:defRPr>
            </a:lvl7pPr>
            <a:lvl8pPr algn="l">
              <a:buNone/>
              <a:defRPr sz="2100" b="0">
                <a:solidFill>
                  <a:srgbClr val="18211E"/>
                </a:solidFill>
                <a:latin typeface="Arial"/>
                <a:ea typeface="Arial"/>
                <a:cs typeface="Arial"/>
              </a:defRPr>
            </a:lvl8pPr>
            <a:lvl9pPr algn="l">
              <a:buNone/>
              <a:defRPr sz="2100" b="0">
                <a:solidFill>
                  <a:srgbClr val="18211E"/>
                </a:solidFill>
                <a:latin typeface="Arial"/>
                <a:ea typeface="Arial"/>
                <a:cs typeface="Arial"/>
              </a:defRPr>
            </a:lvl9pPr>
          </a:lstStyle>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Al vencer la programación, calcula pronóstico,</a:t>
            </a:r>
          </a:p>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plan, insumos y propuesta de compras.</a:t>
            </a:r>
          </a:p>
        </p:txBody>
      </p:sp>
      <p:sp>
        <p:nvSpPr>
          <p:cNvPr id="9" name="La historia usada para pronosticar es anterior a la fecha objetiv">
            <a:extLst xmlns:a="http://schemas.openxmlformats.org/drawingml/2006/main">
              <a:ext uri="{FF2B5EF4-FFF2-40B4-BE49-F238E27FC236}">
                <a16:creationId xmlns:a16="http://schemas.microsoft.com/office/drawing/2014/main" id="{1A3E343C-6DC8-4E2A-B304-85909F202609}"/>
              </a:ext>
            </a:extLst>
          </p:cNvPr>
          <p:cNvSpPr>
            <a:spLocks xmlns:a="http://schemas.openxmlformats.org/drawingml/2006/main" noGrp="1"/>
          </p:cNvSpPr>
          <p:nvPr/>
        </p:nvSpPr>
        <p:spPr>
          <a:xfrm xmlns:a="http://schemas.openxmlformats.org/drawingml/2006/main">
            <a:off x="685800" y="60674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604E"/>
                </a:solidFill>
                <a:latin typeface="Arial"/>
                <a:ea typeface="Arial"/>
                <a:cs typeface="Arial"/>
              </a:defRPr>
            </a:defPPr>
            <a:lvl1pPr algn="l">
              <a:buNone/>
              <a:defRPr sz="1875" b="1">
                <a:solidFill>
                  <a:srgbClr val="17604E"/>
                </a:solidFill>
                <a:latin typeface="Arial"/>
                <a:ea typeface="Arial"/>
                <a:cs typeface="Arial"/>
              </a:defRPr>
            </a:lvl1pPr>
            <a:lvl2pPr algn="l">
              <a:buNone/>
              <a:defRPr sz="1875" b="1">
                <a:solidFill>
                  <a:srgbClr val="17604E"/>
                </a:solidFill>
                <a:latin typeface="Arial"/>
                <a:ea typeface="Arial"/>
                <a:cs typeface="Arial"/>
              </a:defRPr>
            </a:lvl2pPr>
            <a:lvl3pPr algn="l">
              <a:buNone/>
              <a:defRPr sz="1875" b="1">
                <a:solidFill>
                  <a:srgbClr val="17604E"/>
                </a:solidFill>
                <a:latin typeface="Arial"/>
                <a:ea typeface="Arial"/>
                <a:cs typeface="Arial"/>
              </a:defRPr>
            </a:lvl3pPr>
            <a:lvl4pPr algn="l">
              <a:buNone/>
              <a:defRPr sz="1875" b="1">
                <a:solidFill>
                  <a:srgbClr val="17604E"/>
                </a:solidFill>
                <a:latin typeface="Arial"/>
                <a:ea typeface="Arial"/>
                <a:cs typeface="Arial"/>
              </a:defRPr>
            </a:lvl4pPr>
            <a:lvl5pPr algn="l">
              <a:buNone/>
              <a:defRPr sz="1875" b="1">
                <a:solidFill>
                  <a:srgbClr val="17604E"/>
                </a:solidFill>
                <a:latin typeface="Arial"/>
                <a:ea typeface="Arial"/>
                <a:cs typeface="Arial"/>
              </a:defRPr>
            </a:lvl5pPr>
            <a:lvl6pPr algn="l">
              <a:buNone/>
              <a:defRPr sz="1875" b="1">
                <a:solidFill>
                  <a:srgbClr val="17604E"/>
                </a:solidFill>
                <a:latin typeface="Arial"/>
                <a:ea typeface="Arial"/>
                <a:cs typeface="Arial"/>
              </a:defRPr>
            </a:lvl6pPr>
            <a:lvl7pPr algn="l">
              <a:buNone/>
              <a:defRPr sz="1875" b="1">
                <a:solidFill>
                  <a:srgbClr val="17604E"/>
                </a:solidFill>
                <a:latin typeface="Arial"/>
                <a:ea typeface="Arial"/>
                <a:cs typeface="Arial"/>
              </a:defRPr>
            </a:lvl7pPr>
            <a:lvl8pPr algn="l">
              <a:buNone/>
              <a:defRPr sz="1875" b="1">
                <a:solidFill>
                  <a:srgbClr val="17604E"/>
                </a:solidFill>
                <a:latin typeface="Arial"/>
                <a:ea typeface="Arial"/>
                <a:cs typeface="Arial"/>
              </a:defRPr>
            </a:lvl8pPr>
            <a:lvl9pPr algn="l">
              <a:buNone/>
              <a:defRPr sz="1875" b="1">
                <a:solidFill>
                  <a:srgbClr val="17604E"/>
                </a:solidFill>
                <a:latin typeface="Arial"/>
                <a:ea typeface="Arial"/>
                <a:cs typeface="Arial"/>
              </a:defRPr>
            </a:lvl9pPr>
          </a:lstStyle>
          <a:p xmlns:a="http://schemas.openxmlformats.org/drawingml/2006/main">
            <a:pPr algn="l">
              <a:buNone/>
              <a:defRPr sz="1875" b="1">
                <a:solidFill>
                  <a:srgbClr val="17604E"/>
                </a:solidFill>
                <a:latin typeface="Arial"/>
                <a:ea typeface="Arial"/>
                <a:cs typeface="Arial"/>
              </a:defRPr>
            </a:pPr>
            <a:r>
              <a:rPr sz="1875" b="1">
                <a:solidFill>
                  <a:srgbClr val="17604E"/>
                </a:solidFill>
                <a:latin typeface="Arial"/>
                <a:ea typeface="Arial"/>
                <a:cs typeface="Arial"/>
              </a:rPr>
              <a:t>La historia usada para pronosticar es anterior a la fecha objetivo.</a:t>
            </a:r>
          </a:p>
        </p:txBody>
      </p:sp>
    </p:spTree>
    <p:extLst>
      <p:ext uri="{BB962C8B-B14F-4D97-AF65-F5344CB8AC3E}">
        <p14:creationId xmlns:p14="http://schemas.microsoft.com/office/powerpoint/2010/main" val="1364869632"/>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Automatizaciones implementadas">
            <a:extLst xmlns:a="http://schemas.openxmlformats.org/drawingml/2006/main">
              <a:ext uri="{FF2B5EF4-FFF2-40B4-BE49-F238E27FC236}">
                <a16:creationId xmlns:a16="http://schemas.microsoft.com/office/drawing/2014/main" id="{213AB737-949B-4421-8820-2496875E00AF}"/>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E3B31"/>
                </a:solidFill>
                <a:latin typeface="Arial"/>
                <a:ea typeface="Arial"/>
                <a:cs typeface="Arial"/>
              </a:defRPr>
            </a:defPPr>
            <a:lvl1pPr algn="l">
              <a:buNone/>
              <a:defRPr sz="3600" b="1">
                <a:solidFill>
                  <a:srgbClr val="0E3B31"/>
                </a:solidFill>
                <a:latin typeface="Arial"/>
                <a:ea typeface="Arial"/>
                <a:cs typeface="Arial"/>
              </a:defRPr>
            </a:lvl1pPr>
            <a:lvl2pPr algn="l">
              <a:buNone/>
              <a:defRPr sz="3600" b="1">
                <a:solidFill>
                  <a:srgbClr val="0E3B31"/>
                </a:solidFill>
                <a:latin typeface="Arial"/>
                <a:ea typeface="Arial"/>
                <a:cs typeface="Arial"/>
              </a:defRPr>
            </a:lvl2pPr>
            <a:lvl3pPr algn="l">
              <a:buNone/>
              <a:defRPr sz="3600" b="1">
                <a:solidFill>
                  <a:srgbClr val="0E3B31"/>
                </a:solidFill>
                <a:latin typeface="Arial"/>
                <a:ea typeface="Arial"/>
                <a:cs typeface="Arial"/>
              </a:defRPr>
            </a:lvl3pPr>
            <a:lvl4pPr algn="l">
              <a:buNone/>
              <a:defRPr sz="3600" b="1">
                <a:solidFill>
                  <a:srgbClr val="0E3B31"/>
                </a:solidFill>
                <a:latin typeface="Arial"/>
                <a:ea typeface="Arial"/>
                <a:cs typeface="Arial"/>
              </a:defRPr>
            </a:lvl4pPr>
            <a:lvl5pPr algn="l">
              <a:buNone/>
              <a:defRPr sz="3600" b="1">
                <a:solidFill>
                  <a:srgbClr val="0E3B31"/>
                </a:solidFill>
                <a:latin typeface="Arial"/>
                <a:ea typeface="Arial"/>
                <a:cs typeface="Arial"/>
              </a:defRPr>
            </a:lvl5pPr>
            <a:lvl6pPr algn="l">
              <a:buNone/>
              <a:defRPr sz="3600" b="1">
                <a:solidFill>
                  <a:srgbClr val="0E3B31"/>
                </a:solidFill>
                <a:latin typeface="Arial"/>
                <a:ea typeface="Arial"/>
                <a:cs typeface="Arial"/>
              </a:defRPr>
            </a:lvl6pPr>
            <a:lvl7pPr algn="l">
              <a:buNone/>
              <a:defRPr sz="3600" b="1">
                <a:solidFill>
                  <a:srgbClr val="0E3B31"/>
                </a:solidFill>
                <a:latin typeface="Arial"/>
                <a:ea typeface="Arial"/>
                <a:cs typeface="Arial"/>
              </a:defRPr>
            </a:lvl7pPr>
            <a:lvl8pPr algn="l">
              <a:buNone/>
              <a:defRPr sz="3600" b="1">
                <a:solidFill>
                  <a:srgbClr val="0E3B31"/>
                </a:solidFill>
                <a:latin typeface="Arial"/>
                <a:ea typeface="Arial"/>
                <a:cs typeface="Arial"/>
              </a:defRPr>
            </a:lvl8pPr>
            <a:lvl9pPr algn="l">
              <a:buNone/>
              <a:defRPr sz="3600" b="1">
                <a:solidFill>
                  <a:srgbClr val="0E3B31"/>
                </a:solidFill>
                <a:latin typeface="Arial"/>
                <a:ea typeface="Arial"/>
                <a:cs typeface="Arial"/>
              </a:defRPr>
            </a:lvl9pPr>
          </a:lstStyle>
          <a:p xmlns:a="http://schemas.openxmlformats.org/drawingml/2006/main">
            <a:pPr algn="l">
              <a:buNone/>
              <a:defRPr sz="3600" b="1">
                <a:solidFill>
                  <a:srgbClr val="0E3B31"/>
                </a:solidFill>
                <a:latin typeface="Arial"/>
                <a:ea typeface="Arial"/>
                <a:cs typeface="Arial"/>
              </a:defRPr>
            </a:pPr>
            <a:r>
              <a:rPr sz="3600" b="1">
                <a:solidFill>
                  <a:srgbClr val="0E3B31"/>
                </a:solidFill>
                <a:latin typeface="Arial"/>
                <a:ea typeface="Arial"/>
                <a:cs typeface="Arial"/>
              </a:rPr>
              <a:t>Automatizaciones implementadas</a:t>
            </a:r>
          </a:p>
        </p:txBody>
      </p:sp>
      <p:sp>
        <p:nvSpPr>
          <p:cNvPr id="2" name="Evaluación, promociones y comunicación con proveedores">
            <a:extLst xmlns:a="http://schemas.openxmlformats.org/drawingml/2006/main">
              <a:ext uri="{FF2B5EF4-FFF2-40B4-BE49-F238E27FC236}">
                <a16:creationId xmlns:a16="http://schemas.microsoft.com/office/drawing/2014/main" id="{47129B21-86A9-4C1B-9194-3BA51C38C9C6}"/>
              </a:ext>
            </a:extLst>
          </p:cNvPr>
          <p:cNvSpPr>
            <a:spLocks xmlns:a="http://schemas.openxmlformats.org/drawingml/2006/main" noGrp="1"/>
          </p:cNvSpPr>
          <p:nvPr/>
        </p:nvSpPr>
        <p:spPr>
          <a:xfrm xmlns:a="http://schemas.openxmlformats.org/drawingml/2006/main">
            <a:off x="685800" y="1504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B6863"/>
                </a:solidFill>
                <a:latin typeface="Arial"/>
                <a:ea typeface="Arial"/>
                <a:cs typeface="Arial"/>
              </a:defRPr>
            </a:defPPr>
            <a:lvl1pPr algn="l">
              <a:buNone/>
              <a:defRPr sz="2025" b="0">
                <a:solidFill>
                  <a:srgbClr val="5B6863"/>
                </a:solidFill>
                <a:latin typeface="Arial"/>
                <a:ea typeface="Arial"/>
                <a:cs typeface="Arial"/>
              </a:defRPr>
            </a:lvl1pPr>
            <a:lvl2pPr algn="l">
              <a:buNone/>
              <a:defRPr sz="2025" b="0">
                <a:solidFill>
                  <a:srgbClr val="5B6863"/>
                </a:solidFill>
                <a:latin typeface="Arial"/>
                <a:ea typeface="Arial"/>
                <a:cs typeface="Arial"/>
              </a:defRPr>
            </a:lvl2pPr>
            <a:lvl3pPr algn="l">
              <a:buNone/>
              <a:defRPr sz="2025" b="0">
                <a:solidFill>
                  <a:srgbClr val="5B6863"/>
                </a:solidFill>
                <a:latin typeface="Arial"/>
                <a:ea typeface="Arial"/>
                <a:cs typeface="Arial"/>
              </a:defRPr>
            </a:lvl3pPr>
            <a:lvl4pPr algn="l">
              <a:buNone/>
              <a:defRPr sz="2025" b="0">
                <a:solidFill>
                  <a:srgbClr val="5B6863"/>
                </a:solidFill>
                <a:latin typeface="Arial"/>
                <a:ea typeface="Arial"/>
                <a:cs typeface="Arial"/>
              </a:defRPr>
            </a:lvl4pPr>
            <a:lvl5pPr algn="l">
              <a:buNone/>
              <a:defRPr sz="2025" b="0">
                <a:solidFill>
                  <a:srgbClr val="5B6863"/>
                </a:solidFill>
                <a:latin typeface="Arial"/>
                <a:ea typeface="Arial"/>
                <a:cs typeface="Arial"/>
              </a:defRPr>
            </a:lvl5pPr>
            <a:lvl6pPr algn="l">
              <a:buNone/>
              <a:defRPr sz="2025" b="0">
                <a:solidFill>
                  <a:srgbClr val="5B6863"/>
                </a:solidFill>
                <a:latin typeface="Arial"/>
                <a:ea typeface="Arial"/>
                <a:cs typeface="Arial"/>
              </a:defRPr>
            </a:lvl6pPr>
            <a:lvl7pPr algn="l">
              <a:buNone/>
              <a:defRPr sz="2025" b="0">
                <a:solidFill>
                  <a:srgbClr val="5B6863"/>
                </a:solidFill>
                <a:latin typeface="Arial"/>
                <a:ea typeface="Arial"/>
                <a:cs typeface="Arial"/>
              </a:defRPr>
            </a:lvl7pPr>
            <a:lvl8pPr algn="l">
              <a:buNone/>
              <a:defRPr sz="2025" b="0">
                <a:solidFill>
                  <a:srgbClr val="5B6863"/>
                </a:solidFill>
                <a:latin typeface="Arial"/>
                <a:ea typeface="Arial"/>
                <a:cs typeface="Arial"/>
              </a:defRPr>
            </a:lvl8pPr>
            <a:lvl9pPr algn="l">
              <a:buNone/>
              <a:defRPr sz="2025" b="0">
                <a:solidFill>
                  <a:srgbClr val="5B6863"/>
                </a:solidFill>
                <a:latin typeface="Arial"/>
                <a:ea typeface="Arial"/>
                <a:cs typeface="Arial"/>
              </a:defRPr>
            </a:lvl9pPr>
          </a:lstStyle>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Evaluación, promociones y comunicación con proveedores</a:t>
            </a:r>
          </a:p>
        </p:txBody>
      </p:sp>
      <p:sp>
        <p:nvSpPr>
          <p:cNvPr id="3" name="F04 · Evaluar pronóstico">
            <a:extLst xmlns:a="http://schemas.openxmlformats.org/drawingml/2006/main">
              <a:ext uri="{FF2B5EF4-FFF2-40B4-BE49-F238E27FC236}">
                <a16:creationId xmlns:a16="http://schemas.microsoft.com/office/drawing/2014/main" id="{9AA6CDD6-EA00-4696-B373-08AC42E00E14}"/>
              </a:ext>
            </a:extLst>
          </p:cNvPr>
          <p:cNvSpPr>
            <a:spLocks xmlns:a="http://schemas.openxmlformats.org/drawingml/2006/main" noGrp="1"/>
          </p:cNvSpPr>
          <p:nvPr/>
        </p:nvSpPr>
        <p:spPr>
          <a:xfrm xmlns:a="http://schemas.openxmlformats.org/drawingml/2006/main">
            <a:off x="685800" y="2343150"/>
            <a:ext cx="34385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604E"/>
                </a:solidFill>
                <a:latin typeface="Arial"/>
                <a:ea typeface="Arial"/>
                <a:cs typeface="Arial"/>
              </a:defRPr>
            </a:defPPr>
            <a:lvl1pPr algn="l">
              <a:buNone/>
              <a:defRPr sz="2100" b="1">
                <a:solidFill>
                  <a:srgbClr val="17604E"/>
                </a:solidFill>
                <a:latin typeface="Arial"/>
                <a:ea typeface="Arial"/>
                <a:cs typeface="Arial"/>
              </a:defRPr>
            </a:lvl1pPr>
            <a:lvl2pPr algn="l">
              <a:buNone/>
              <a:defRPr sz="2100" b="1">
                <a:solidFill>
                  <a:srgbClr val="17604E"/>
                </a:solidFill>
                <a:latin typeface="Arial"/>
                <a:ea typeface="Arial"/>
                <a:cs typeface="Arial"/>
              </a:defRPr>
            </a:lvl2pPr>
            <a:lvl3pPr algn="l">
              <a:buNone/>
              <a:defRPr sz="2100" b="1">
                <a:solidFill>
                  <a:srgbClr val="17604E"/>
                </a:solidFill>
                <a:latin typeface="Arial"/>
                <a:ea typeface="Arial"/>
                <a:cs typeface="Arial"/>
              </a:defRPr>
            </a:lvl3pPr>
            <a:lvl4pPr algn="l">
              <a:buNone/>
              <a:defRPr sz="2100" b="1">
                <a:solidFill>
                  <a:srgbClr val="17604E"/>
                </a:solidFill>
                <a:latin typeface="Arial"/>
                <a:ea typeface="Arial"/>
                <a:cs typeface="Arial"/>
              </a:defRPr>
            </a:lvl4pPr>
            <a:lvl5pPr algn="l">
              <a:buNone/>
              <a:defRPr sz="2100" b="1">
                <a:solidFill>
                  <a:srgbClr val="17604E"/>
                </a:solidFill>
                <a:latin typeface="Arial"/>
                <a:ea typeface="Arial"/>
                <a:cs typeface="Arial"/>
              </a:defRPr>
            </a:lvl5pPr>
            <a:lvl6pPr algn="l">
              <a:buNone/>
              <a:defRPr sz="2100" b="1">
                <a:solidFill>
                  <a:srgbClr val="17604E"/>
                </a:solidFill>
                <a:latin typeface="Arial"/>
                <a:ea typeface="Arial"/>
                <a:cs typeface="Arial"/>
              </a:defRPr>
            </a:lvl6pPr>
            <a:lvl7pPr algn="l">
              <a:buNone/>
              <a:defRPr sz="2100" b="1">
                <a:solidFill>
                  <a:srgbClr val="17604E"/>
                </a:solidFill>
                <a:latin typeface="Arial"/>
                <a:ea typeface="Arial"/>
                <a:cs typeface="Arial"/>
              </a:defRPr>
            </a:lvl7pPr>
            <a:lvl8pPr algn="l">
              <a:buNone/>
              <a:defRPr sz="2100" b="1">
                <a:solidFill>
                  <a:srgbClr val="17604E"/>
                </a:solidFill>
                <a:latin typeface="Arial"/>
                <a:ea typeface="Arial"/>
                <a:cs typeface="Arial"/>
              </a:defRPr>
            </a:lvl8pPr>
            <a:lvl9pPr algn="l">
              <a:buNone/>
              <a:defRPr sz="2100" b="1">
                <a:solidFill>
                  <a:srgbClr val="17604E"/>
                </a:solidFill>
                <a:latin typeface="Arial"/>
                <a:ea typeface="Arial"/>
                <a:cs typeface="Arial"/>
              </a:defRPr>
            </a:lvl9pPr>
          </a:lstStyle>
          <a:p xmlns:a="http://schemas.openxmlformats.org/drawingml/2006/main">
            <a:pPr algn="l">
              <a:buNone/>
              <a:defRPr sz="2100" b="1">
                <a:solidFill>
                  <a:srgbClr val="17604E"/>
                </a:solidFill>
                <a:latin typeface="Arial"/>
                <a:ea typeface="Arial"/>
                <a:cs typeface="Arial"/>
              </a:defRPr>
            </a:pPr>
            <a:r>
              <a:rPr sz="2100" b="1">
                <a:solidFill>
                  <a:srgbClr val="17604E"/>
                </a:solidFill>
                <a:latin typeface="Arial"/>
                <a:ea typeface="Arial"/>
                <a:cs typeface="Arial"/>
              </a:rPr>
              <a:t>F04 · Evaluar pronóstico</a:t>
            </a:r>
          </a:p>
        </p:txBody>
      </p:sp>
      <p:sp>
        <p:nvSpPr>
          <p:cNvPr id="4" name="Compara con ventas conocidas y reevalúa cuando cambia una revisió">
            <a:extLst xmlns:a="http://schemas.openxmlformats.org/drawingml/2006/main">
              <a:ext uri="{FF2B5EF4-FFF2-40B4-BE49-F238E27FC236}">
                <a16:creationId xmlns:a16="http://schemas.microsoft.com/office/drawing/2014/main" id="{7ED8F0E5-0E5D-4106-9E17-A53622C2E571}"/>
              </a:ext>
            </a:extLst>
          </p:cNvPr>
          <p:cNvSpPr>
            <a:spLocks xmlns:a="http://schemas.openxmlformats.org/drawingml/2006/main" noGrp="1"/>
          </p:cNvSpPr>
          <p:nvPr/>
        </p:nvSpPr>
        <p:spPr>
          <a:xfrm xmlns:a="http://schemas.openxmlformats.org/drawingml/2006/main">
            <a:off x="4352925" y="2343150"/>
            <a:ext cx="71532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11E"/>
                </a:solidFill>
                <a:latin typeface="Arial"/>
                <a:ea typeface="Arial"/>
                <a:cs typeface="Arial"/>
              </a:defRPr>
            </a:defPPr>
            <a:lvl1pPr algn="l">
              <a:buNone/>
              <a:defRPr sz="2100" b="0">
                <a:solidFill>
                  <a:srgbClr val="18211E"/>
                </a:solidFill>
                <a:latin typeface="Arial"/>
                <a:ea typeface="Arial"/>
                <a:cs typeface="Arial"/>
              </a:defRPr>
            </a:lvl1pPr>
            <a:lvl2pPr algn="l">
              <a:buNone/>
              <a:defRPr sz="2100" b="0">
                <a:solidFill>
                  <a:srgbClr val="18211E"/>
                </a:solidFill>
                <a:latin typeface="Arial"/>
                <a:ea typeface="Arial"/>
                <a:cs typeface="Arial"/>
              </a:defRPr>
            </a:lvl2pPr>
            <a:lvl3pPr algn="l">
              <a:buNone/>
              <a:defRPr sz="2100" b="0">
                <a:solidFill>
                  <a:srgbClr val="18211E"/>
                </a:solidFill>
                <a:latin typeface="Arial"/>
                <a:ea typeface="Arial"/>
                <a:cs typeface="Arial"/>
              </a:defRPr>
            </a:lvl3pPr>
            <a:lvl4pPr algn="l">
              <a:buNone/>
              <a:defRPr sz="2100" b="0">
                <a:solidFill>
                  <a:srgbClr val="18211E"/>
                </a:solidFill>
                <a:latin typeface="Arial"/>
                <a:ea typeface="Arial"/>
                <a:cs typeface="Arial"/>
              </a:defRPr>
            </a:lvl4pPr>
            <a:lvl5pPr algn="l">
              <a:buNone/>
              <a:defRPr sz="2100" b="0">
                <a:solidFill>
                  <a:srgbClr val="18211E"/>
                </a:solidFill>
                <a:latin typeface="Arial"/>
                <a:ea typeface="Arial"/>
                <a:cs typeface="Arial"/>
              </a:defRPr>
            </a:lvl5pPr>
            <a:lvl6pPr algn="l">
              <a:buNone/>
              <a:defRPr sz="2100" b="0">
                <a:solidFill>
                  <a:srgbClr val="18211E"/>
                </a:solidFill>
                <a:latin typeface="Arial"/>
                <a:ea typeface="Arial"/>
                <a:cs typeface="Arial"/>
              </a:defRPr>
            </a:lvl6pPr>
            <a:lvl7pPr algn="l">
              <a:buNone/>
              <a:defRPr sz="2100" b="0">
                <a:solidFill>
                  <a:srgbClr val="18211E"/>
                </a:solidFill>
                <a:latin typeface="Arial"/>
                <a:ea typeface="Arial"/>
                <a:cs typeface="Arial"/>
              </a:defRPr>
            </a:lvl7pPr>
            <a:lvl8pPr algn="l">
              <a:buNone/>
              <a:defRPr sz="2100" b="0">
                <a:solidFill>
                  <a:srgbClr val="18211E"/>
                </a:solidFill>
                <a:latin typeface="Arial"/>
                <a:ea typeface="Arial"/>
                <a:cs typeface="Arial"/>
              </a:defRPr>
            </a:lvl8pPr>
            <a:lvl9pPr algn="l">
              <a:buNone/>
              <a:defRPr sz="2100" b="0">
                <a:solidFill>
                  <a:srgbClr val="18211E"/>
                </a:solidFill>
                <a:latin typeface="Arial"/>
                <a:ea typeface="Arial"/>
                <a:cs typeface="Arial"/>
              </a:defRPr>
            </a:lvl9pPr>
          </a:lstStyle>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Compara con ventas conocidas y reevalúa</a:t>
            </a:r>
          </a:p>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cuando cambia una revisión relacionada.</a:t>
            </a:r>
          </a:p>
        </p:txBody>
      </p:sp>
      <p:sp>
        <p:nvSpPr>
          <p:cNvPr id="5" name="F05 · Sugerir promoción">
            <a:extLst xmlns:a="http://schemas.openxmlformats.org/drawingml/2006/main">
              <a:ext uri="{FF2B5EF4-FFF2-40B4-BE49-F238E27FC236}">
                <a16:creationId xmlns:a16="http://schemas.microsoft.com/office/drawing/2014/main" id="{E0CACAD6-5285-4463-AAAA-E1077A00D56F}"/>
              </a:ext>
            </a:extLst>
          </p:cNvPr>
          <p:cNvSpPr>
            <a:spLocks xmlns:a="http://schemas.openxmlformats.org/drawingml/2006/main" noGrp="1"/>
          </p:cNvSpPr>
          <p:nvPr/>
        </p:nvSpPr>
        <p:spPr>
          <a:xfrm xmlns:a="http://schemas.openxmlformats.org/drawingml/2006/main">
            <a:off x="685800" y="3476625"/>
            <a:ext cx="34385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604E"/>
                </a:solidFill>
                <a:latin typeface="Arial"/>
                <a:ea typeface="Arial"/>
                <a:cs typeface="Arial"/>
              </a:defRPr>
            </a:defPPr>
            <a:lvl1pPr algn="l">
              <a:buNone/>
              <a:defRPr sz="2100" b="1">
                <a:solidFill>
                  <a:srgbClr val="17604E"/>
                </a:solidFill>
                <a:latin typeface="Arial"/>
                <a:ea typeface="Arial"/>
                <a:cs typeface="Arial"/>
              </a:defRPr>
            </a:lvl1pPr>
            <a:lvl2pPr algn="l">
              <a:buNone/>
              <a:defRPr sz="2100" b="1">
                <a:solidFill>
                  <a:srgbClr val="17604E"/>
                </a:solidFill>
                <a:latin typeface="Arial"/>
                <a:ea typeface="Arial"/>
                <a:cs typeface="Arial"/>
              </a:defRPr>
            </a:lvl2pPr>
            <a:lvl3pPr algn="l">
              <a:buNone/>
              <a:defRPr sz="2100" b="1">
                <a:solidFill>
                  <a:srgbClr val="17604E"/>
                </a:solidFill>
                <a:latin typeface="Arial"/>
                <a:ea typeface="Arial"/>
                <a:cs typeface="Arial"/>
              </a:defRPr>
            </a:lvl3pPr>
            <a:lvl4pPr algn="l">
              <a:buNone/>
              <a:defRPr sz="2100" b="1">
                <a:solidFill>
                  <a:srgbClr val="17604E"/>
                </a:solidFill>
                <a:latin typeface="Arial"/>
                <a:ea typeface="Arial"/>
                <a:cs typeface="Arial"/>
              </a:defRPr>
            </a:lvl4pPr>
            <a:lvl5pPr algn="l">
              <a:buNone/>
              <a:defRPr sz="2100" b="1">
                <a:solidFill>
                  <a:srgbClr val="17604E"/>
                </a:solidFill>
                <a:latin typeface="Arial"/>
                <a:ea typeface="Arial"/>
                <a:cs typeface="Arial"/>
              </a:defRPr>
            </a:lvl5pPr>
            <a:lvl6pPr algn="l">
              <a:buNone/>
              <a:defRPr sz="2100" b="1">
                <a:solidFill>
                  <a:srgbClr val="17604E"/>
                </a:solidFill>
                <a:latin typeface="Arial"/>
                <a:ea typeface="Arial"/>
                <a:cs typeface="Arial"/>
              </a:defRPr>
            </a:lvl6pPr>
            <a:lvl7pPr algn="l">
              <a:buNone/>
              <a:defRPr sz="2100" b="1">
                <a:solidFill>
                  <a:srgbClr val="17604E"/>
                </a:solidFill>
                <a:latin typeface="Arial"/>
                <a:ea typeface="Arial"/>
                <a:cs typeface="Arial"/>
              </a:defRPr>
            </a:lvl7pPr>
            <a:lvl8pPr algn="l">
              <a:buNone/>
              <a:defRPr sz="2100" b="1">
                <a:solidFill>
                  <a:srgbClr val="17604E"/>
                </a:solidFill>
                <a:latin typeface="Arial"/>
                <a:ea typeface="Arial"/>
                <a:cs typeface="Arial"/>
              </a:defRPr>
            </a:lvl8pPr>
            <a:lvl9pPr algn="l">
              <a:buNone/>
              <a:defRPr sz="2100" b="1">
                <a:solidFill>
                  <a:srgbClr val="17604E"/>
                </a:solidFill>
                <a:latin typeface="Arial"/>
                <a:ea typeface="Arial"/>
                <a:cs typeface="Arial"/>
              </a:defRPr>
            </a:lvl9pPr>
          </a:lstStyle>
          <a:p xmlns:a="http://schemas.openxmlformats.org/drawingml/2006/main">
            <a:pPr algn="l">
              <a:buNone/>
              <a:defRPr sz="2100" b="1">
                <a:solidFill>
                  <a:srgbClr val="17604E"/>
                </a:solidFill>
                <a:latin typeface="Arial"/>
                <a:ea typeface="Arial"/>
                <a:cs typeface="Arial"/>
              </a:defRPr>
            </a:pPr>
            <a:r>
              <a:rPr sz="2100" b="1">
                <a:solidFill>
                  <a:srgbClr val="17604E"/>
                </a:solidFill>
                <a:latin typeface="Arial"/>
                <a:ea typeface="Arial"/>
                <a:cs typeface="Arial"/>
              </a:rPr>
              <a:t>F05 · Sugerir promoción</a:t>
            </a:r>
          </a:p>
        </p:txBody>
      </p:sp>
      <p:sp>
        <p:nvSpPr>
          <p:cNvPr id="6" name="Un ajuste de producto con regla habilitada reserva una evaluación">
            <a:extLst xmlns:a="http://schemas.openxmlformats.org/drawingml/2006/main">
              <a:ext uri="{FF2B5EF4-FFF2-40B4-BE49-F238E27FC236}">
                <a16:creationId xmlns:a16="http://schemas.microsoft.com/office/drawing/2014/main" id="{CB96B168-4A1F-4361-BC56-44CA69B44524}"/>
              </a:ext>
            </a:extLst>
          </p:cNvPr>
          <p:cNvSpPr>
            <a:spLocks xmlns:a="http://schemas.openxmlformats.org/drawingml/2006/main" noGrp="1"/>
          </p:cNvSpPr>
          <p:nvPr/>
        </p:nvSpPr>
        <p:spPr>
          <a:xfrm xmlns:a="http://schemas.openxmlformats.org/drawingml/2006/main">
            <a:off x="4352925" y="3476625"/>
            <a:ext cx="71532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11E"/>
                </a:solidFill>
                <a:latin typeface="Arial"/>
                <a:ea typeface="Arial"/>
                <a:cs typeface="Arial"/>
              </a:defRPr>
            </a:defPPr>
            <a:lvl1pPr algn="l">
              <a:buNone/>
              <a:defRPr sz="2100" b="0">
                <a:solidFill>
                  <a:srgbClr val="18211E"/>
                </a:solidFill>
                <a:latin typeface="Arial"/>
                <a:ea typeface="Arial"/>
                <a:cs typeface="Arial"/>
              </a:defRPr>
            </a:lvl1pPr>
            <a:lvl2pPr algn="l">
              <a:buNone/>
              <a:defRPr sz="2100" b="0">
                <a:solidFill>
                  <a:srgbClr val="18211E"/>
                </a:solidFill>
                <a:latin typeface="Arial"/>
                <a:ea typeface="Arial"/>
                <a:cs typeface="Arial"/>
              </a:defRPr>
            </a:lvl2pPr>
            <a:lvl3pPr algn="l">
              <a:buNone/>
              <a:defRPr sz="2100" b="0">
                <a:solidFill>
                  <a:srgbClr val="18211E"/>
                </a:solidFill>
                <a:latin typeface="Arial"/>
                <a:ea typeface="Arial"/>
                <a:cs typeface="Arial"/>
              </a:defRPr>
            </a:lvl3pPr>
            <a:lvl4pPr algn="l">
              <a:buNone/>
              <a:defRPr sz="2100" b="0">
                <a:solidFill>
                  <a:srgbClr val="18211E"/>
                </a:solidFill>
                <a:latin typeface="Arial"/>
                <a:ea typeface="Arial"/>
                <a:cs typeface="Arial"/>
              </a:defRPr>
            </a:lvl4pPr>
            <a:lvl5pPr algn="l">
              <a:buNone/>
              <a:defRPr sz="2100" b="0">
                <a:solidFill>
                  <a:srgbClr val="18211E"/>
                </a:solidFill>
                <a:latin typeface="Arial"/>
                <a:ea typeface="Arial"/>
                <a:cs typeface="Arial"/>
              </a:defRPr>
            </a:lvl5pPr>
            <a:lvl6pPr algn="l">
              <a:buNone/>
              <a:defRPr sz="2100" b="0">
                <a:solidFill>
                  <a:srgbClr val="18211E"/>
                </a:solidFill>
                <a:latin typeface="Arial"/>
                <a:ea typeface="Arial"/>
                <a:cs typeface="Arial"/>
              </a:defRPr>
            </a:lvl6pPr>
            <a:lvl7pPr algn="l">
              <a:buNone/>
              <a:defRPr sz="2100" b="0">
                <a:solidFill>
                  <a:srgbClr val="18211E"/>
                </a:solidFill>
                <a:latin typeface="Arial"/>
                <a:ea typeface="Arial"/>
                <a:cs typeface="Arial"/>
              </a:defRPr>
            </a:lvl7pPr>
            <a:lvl8pPr algn="l">
              <a:buNone/>
              <a:defRPr sz="2100" b="0">
                <a:solidFill>
                  <a:srgbClr val="18211E"/>
                </a:solidFill>
                <a:latin typeface="Arial"/>
                <a:ea typeface="Arial"/>
                <a:cs typeface="Arial"/>
              </a:defRPr>
            </a:lvl8pPr>
            <a:lvl9pPr algn="l">
              <a:buNone/>
              <a:defRPr sz="2100" b="0">
                <a:solidFill>
                  <a:srgbClr val="18211E"/>
                </a:solidFill>
                <a:latin typeface="Arial"/>
                <a:ea typeface="Arial"/>
                <a:cs typeface="Arial"/>
              </a:defRPr>
            </a:lvl9pPr>
          </a:lstStyle>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Un ajuste de producto con regla habilitada</a:t>
            </a:r>
          </a:p>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reserva una evaluación con resultado explicado.</a:t>
            </a:r>
          </a:p>
        </p:txBody>
      </p:sp>
      <p:sp>
        <p:nvSpPr>
          <p:cNvPr id="7" name="F06 · Enviar pedidos">
            <a:extLst xmlns:a="http://schemas.openxmlformats.org/drawingml/2006/main">
              <a:ext uri="{FF2B5EF4-FFF2-40B4-BE49-F238E27FC236}">
                <a16:creationId xmlns:a16="http://schemas.microsoft.com/office/drawing/2014/main" id="{0D918ADB-ECA2-4A2B-A14F-960622ACCC37}"/>
              </a:ext>
            </a:extLst>
          </p:cNvPr>
          <p:cNvSpPr>
            <a:spLocks xmlns:a="http://schemas.openxmlformats.org/drawingml/2006/main" noGrp="1"/>
          </p:cNvSpPr>
          <p:nvPr/>
        </p:nvSpPr>
        <p:spPr>
          <a:xfrm xmlns:a="http://schemas.openxmlformats.org/drawingml/2006/main">
            <a:off x="685800" y="4610100"/>
            <a:ext cx="34385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604E"/>
                </a:solidFill>
                <a:latin typeface="Arial"/>
                <a:ea typeface="Arial"/>
                <a:cs typeface="Arial"/>
              </a:defRPr>
            </a:defPPr>
            <a:lvl1pPr algn="l">
              <a:buNone/>
              <a:defRPr sz="2100" b="1">
                <a:solidFill>
                  <a:srgbClr val="17604E"/>
                </a:solidFill>
                <a:latin typeface="Arial"/>
                <a:ea typeface="Arial"/>
                <a:cs typeface="Arial"/>
              </a:defRPr>
            </a:lvl1pPr>
            <a:lvl2pPr algn="l">
              <a:buNone/>
              <a:defRPr sz="2100" b="1">
                <a:solidFill>
                  <a:srgbClr val="17604E"/>
                </a:solidFill>
                <a:latin typeface="Arial"/>
                <a:ea typeface="Arial"/>
                <a:cs typeface="Arial"/>
              </a:defRPr>
            </a:lvl2pPr>
            <a:lvl3pPr algn="l">
              <a:buNone/>
              <a:defRPr sz="2100" b="1">
                <a:solidFill>
                  <a:srgbClr val="17604E"/>
                </a:solidFill>
                <a:latin typeface="Arial"/>
                <a:ea typeface="Arial"/>
                <a:cs typeface="Arial"/>
              </a:defRPr>
            </a:lvl3pPr>
            <a:lvl4pPr algn="l">
              <a:buNone/>
              <a:defRPr sz="2100" b="1">
                <a:solidFill>
                  <a:srgbClr val="17604E"/>
                </a:solidFill>
                <a:latin typeface="Arial"/>
                <a:ea typeface="Arial"/>
                <a:cs typeface="Arial"/>
              </a:defRPr>
            </a:lvl4pPr>
            <a:lvl5pPr algn="l">
              <a:buNone/>
              <a:defRPr sz="2100" b="1">
                <a:solidFill>
                  <a:srgbClr val="17604E"/>
                </a:solidFill>
                <a:latin typeface="Arial"/>
                <a:ea typeface="Arial"/>
                <a:cs typeface="Arial"/>
              </a:defRPr>
            </a:lvl5pPr>
            <a:lvl6pPr algn="l">
              <a:buNone/>
              <a:defRPr sz="2100" b="1">
                <a:solidFill>
                  <a:srgbClr val="17604E"/>
                </a:solidFill>
                <a:latin typeface="Arial"/>
                <a:ea typeface="Arial"/>
                <a:cs typeface="Arial"/>
              </a:defRPr>
            </a:lvl6pPr>
            <a:lvl7pPr algn="l">
              <a:buNone/>
              <a:defRPr sz="2100" b="1">
                <a:solidFill>
                  <a:srgbClr val="17604E"/>
                </a:solidFill>
                <a:latin typeface="Arial"/>
                <a:ea typeface="Arial"/>
                <a:cs typeface="Arial"/>
              </a:defRPr>
            </a:lvl7pPr>
            <a:lvl8pPr algn="l">
              <a:buNone/>
              <a:defRPr sz="2100" b="1">
                <a:solidFill>
                  <a:srgbClr val="17604E"/>
                </a:solidFill>
                <a:latin typeface="Arial"/>
                <a:ea typeface="Arial"/>
                <a:cs typeface="Arial"/>
              </a:defRPr>
            </a:lvl8pPr>
            <a:lvl9pPr algn="l">
              <a:buNone/>
              <a:defRPr sz="2100" b="1">
                <a:solidFill>
                  <a:srgbClr val="17604E"/>
                </a:solidFill>
                <a:latin typeface="Arial"/>
                <a:ea typeface="Arial"/>
                <a:cs typeface="Arial"/>
              </a:defRPr>
            </a:lvl9pPr>
          </a:lstStyle>
          <a:p xmlns:a="http://schemas.openxmlformats.org/drawingml/2006/main">
            <a:pPr algn="l">
              <a:buNone/>
              <a:defRPr sz="2100" b="1">
                <a:solidFill>
                  <a:srgbClr val="17604E"/>
                </a:solidFill>
                <a:latin typeface="Arial"/>
                <a:ea typeface="Arial"/>
                <a:cs typeface="Arial"/>
              </a:defRPr>
            </a:pPr>
            <a:r>
              <a:rPr sz="2100" b="1">
                <a:solidFill>
                  <a:srgbClr val="17604E"/>
                </a:solidFill>
                <a:latin typeface="Arial"/>
                <a:ea typeface="Arial"/>
                <a:cs typeface="Arial"/>
              </a:rPr>
              <a:t>F06 · Enviar pedidos</a:t>
            </a:r>
          </a:p>
        </p:txBody>
      </p:sp>
      <p:sp>
        <p:nvSpPr>
          <p:cNvPr id="8" name="Tras aprobación o modo automático autorizado, reserva y envía el ">
            <a:extLst xmlns:a="http://schemas.openxmlformats.org/drawingml/2006/main">
              <a:ext uri="{FF2B5EF4-FFF2-40B4-BE49-F238E27FC236}">
                <a16:creationId xmlns:a16="http://schemas.microsoft.com/office/drawing/2014/main" id="{01F98746-50D3-4B8A-9268-4E3A53CEC3F8}"/>
              </a:ext>
            </a:extLst>
          </p:cNvPr>
          <p:cNvSpPr>
            <a:spLocks xmlns:a="http://schemas.openxmlformats.org/drawingml/2006/main" noGrp="1"/>
          </p:cNvSpPr>
          <p:nvPr/>
        </p:nvSpPr>
        <p:spPr>
          <a:xfrm xmlns:a="http://schemas.openxmlformats.org/drawingml/2006/main">
            <a:off x="4352925" y="4610100"/>
            <a:ext cx="71532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11E"/>
                </a:solidFill>
                <a:latin typeface="Arial"/>
                <a:ea typeface="Arial"/>
                <a:cs typeface="Arial"/>
              </a:defRPr>
            </a:defPPr>
            <a:lvl1pPr algn="l">
              <a:buNone/>
              <a:defRPr sz="2100" b="0">
                <a:solidFill>
                  <a:srgbClr val="18211E"/>
                </a:solidFill>
                <a:latin typeface="Arial"/>
                <a:ea typeface="Arial"/>
                <a:cs typeface="Arial"/>
              </a:defRPr>
            </a:lvl1pPr>
            <a:lvl2pPr algn="l">
              <a:buNone/>
              <a:defRPr sz="2100" b="0">
                <a:solidFill>
                  <a:srgbClr val="18211E"/>
                </a:solidFill>
                <a:latin typeface="Arial"/>
                <a:ea typeface="Arial"/>
                <a:cs typeface="Arial"/>
              </a:defRPr>
            </a:lvl2pPr>
            <a:lvl3pPr algn="l">
              <a:buNone/>
              <a:defRPr sz="2100" b="0">
                <a:solidFill>
                  <a:srgbClr val="18211E"/>
                </a:solidFill>
                <a:latin typeface="Arial"/>
                <a:ea typeface="Arial"/>
                <a:cs typeface="Arial"/>
              </a:defRPr>
            </a:lvl3pPr>
            <a:lvl4pPr algn="l">
              <a:buNone/>
              <a:defRPr sz="2100" b="0">
                <a:solidFill>
                  <a:srgbClr val="18211E"/>
                </a:solidFill>
                <a:latin typeface="Arial"/>
                <a:ea typeface="Arial"/>
                <a:cs typeface="Arial"/>
              </a:defRPr>
            </a:lvl4pPr>
            <a:lvl5pPr algn="l">
              <a:buNone/>
              <a:defRPr sz="2100" b="0">
                <a:solidFill>
                  <a:srgbClr val="18211E"/>
                </a:solidFill>
                <a:latin typeface="Arial"/>
                <a:ea typeface="Arial"/>
                <a:cs typeface="Arial"/>
              </a:defRPr>
            </a:lvl5pPr>
            <a:lvl6pPr algn="l">
              <a:buNone/>
              <a:defRPr sz="2100" b="0">
                <a:solidFill>
                  <a:srgbClr val="18211E"/>
                </a:solidFill>
                <a:latin typeface="Arial"/>
                <a:ea typeface="Arial"/>
                <a:cs typeface="Arial"/>
              </a:defRPr>
            </a:lvl6pPr>
            <a:lvl7pPr algn="l">
              <a:buNone/>
              <a:defRPr sz="2100" b="0">
                <a:solidFill>
                  <a:srgbClr val="18211E"/>
                </a:solidFill>
                <a:latin typeface="Arial"/>
                <a:ea typeface="Arial"/>
                <a:cs typeface="Arial"/>
              </a:defRPr>
            </a:lvl7pPr>
            <a:lvl8pPr algn="l">
              <a:buNone/>
              <a:defRPr sz="2100" b="0">
                <a:solidFill>
                  <a:srgbClr val="18211E"/>
                </a:solidFill>
                <a:latin typeface="Arial"/>
                <a:ea typeface="Arial"/>
                <a:cs typeface="Arial"/>
              </a:defRPr>
            </a:lvl8pPr>
            <a:lvl9pPr algn="l">
              <a:buNone/>
              <a:defRPr sz="2100" b="0">
                <a:solidFill>
                  <a:srgbClr val="18211E"/>
                </a:solidFill>
                <a:latin typeface="Arial"/>
                <a:ea typeface="Arial"/>
                <a:cs typeface="Arial"/>
              </a:defRPr>
            </a:lvl9pPr>
          </a:lstStyle>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Tras aprobación o modo automático autorizado,</a:t>
            </a:r>
          </a:p>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reserva y envía el pedido por Telegram.</a:t>
            </a:r>
          </a:p>
        </p:txBody>
      </p:sp>
      <p:sp>
        <p:nvSpPr>
          <p:cNvPr id="9" name="Cinco tipos de tarea de negocio y un flujo separado de envío Tele">
            <a:extLst xmlns:a="http://schemas.openxmlformats.org/drawingml/2006/main">
              <a:ext uri="{FF2B5EF4-FFF2-40B4-BE49-F238E27FC236}">
                <a16:creationId xmlns:a16="http://schemas.microsoft.com/office/drawing/2014/main" id="{C5D12708-E6EB-412D-84AE-5D9D48F152AD}"/>
              </a:ext>
            </a:extLst>
          </p:cNvPr>
          <p:cNvSpPr>
            <a:spLocks xmlns:a="http://schemas.openxmlformats.org/drawingml/2006/main" noGrp="1"/>
          </p:cNvSpPr>
          <p:nvPr/>
        </p:nvSpPr>
        <p:spPr>
          <a:xfrm xmlns:a="http://schemas.openxmlformats.org/drawingml/2006/main">
            <a:off x="685800" y="60674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604E"/>
                </a:solidFill>
                <a:latin typeface="Arial"/>
                <a:ea typeface="Arial"/>
                <a:cs typeface="Arial"/>
              </a:defRPr>
            </a:defPPr>
            <a:lvl1pPr algn="l">
              <a:buNone/>
              <a:defRPr sz="1875" b="1">
                <a:solidFill>
                  <a:srgbClr val="17604E"/>
                </a:solidFill>
                <a:latin typeface="Arial"/>
                <a:ea typeface="Arial"/>
                <a:cs typeface="Arial"/>
              </a:defRPr>
            </a:lvl1pPr>
            <a:lvl2pPr algn="l">
              <a:buNone/>
              <a:defRPr sz="1875" b="1">
                <a:solidFill>
                  <a:srgbClr val="17604E"/>
                </a:solidFill>
                <a:latin typeface="Arial"/>
                <a:ea typeface="Arial"/>
                <a:cs typeface="Arial"/>
              </a:defRPr>
            </a:lvl2pPr>
            <a:lvl3pPr algn="l">
              <a:buNone/>
              <a:defRPr sz="1875" b="1">
                <a:solidFill>
                  <a:srgbClr val="17604E"/>
                </a:solidFill>
                <a:latin typeface="Arial"/>
                <a:ea typeface="Arial"/>
                <a:cs typeface="Arial"/>
              </a:defRPr>
            </a:lvl3pPr>
            <a:lvl4pPr algn="l">
              <a:buNone/>
              <a:defRPr sz="1875" b="1">
                <a:solidFill>
                  <a:srgbClr val="17604E"/>
                </a:solidFill>
                <a:latin typeface="Arial"/>
                <a:ea typeface="Arial"/>
                <a:cs typeface="Arial"/>
              </a:defRPr>
            </a:lvl4pPr>
            <a:lvl5pPr algn="l">
              <a:buNone/>
              <a:defRPr sz="1875" b="1">
                <a:solidFill>
                  <a:srgbClr val="17604E"/>
                </a:solidFill>
                <a:latin typeface="Arial"/>
                <a:ea typeface="Arial"/>
                <a:cs typeface="Arial"/>
              </a:defRPr>
            </a:lvl5pPr>
            <a:lvl6pPr algn="l">
              <a:buNone/>
              <a:defRPr sz="1875" b="1">
                <a:solidFill>
                  <a:srgbClr val="17604E"/>
                </a:solidFill>
                <a:latin typeface="Arial"/>
                <a:ea typeface="Arial"/>
                <a:cs typeface="Arial"/>
              </a:defRPr>
            </a:lvl6pPr>
            <a:lvl7pPr algn="l">
              <a:buNone/>
              <a:defRPr sz="1875" b="1">
                <a:solidFill>
                  <a:srgbClr val="17604E"/>
                </a:solidFill>
                <a:latin typeface="Arial"/>
                <a:ea typeface="Arial"/>
                <a:cs typeface="Arial"/>
              </a:defRPr>
            </a:lvl7pPr>
            <a:lvl8pPr algn="l">
              <a:buNone/>
              <a:defRPr sz="1875" b="1">
                <a:solidFill>
                  <a:srgbClr val="17604E"/>
                </a:solidFill>
                <a:latin typeface="Arial"/>
                <a:ea typeface="Arial"/>
                <a:cs typeface="Arial"/>
              </a:defRPr>
            </a:lvl8pPr>
            <a:lvl9pPr algn="l">
              <a:buNone/>
              <a:defRPr sz="1875" b="1">
                <a:solidFill>
                  <a:srgbClr val="17604E"/>
                </a:solidFill>
                <a:latin typeface="Arial"/>
                <a:ea typeface="Arial"/>
                <a:cs typeface="Arial"/>
              </a:defRPr>
            </a:lvl9pPr>
          </a:lstStyle>
          <a:p xmlns:a="http://schemas.openxmlformats.org/drawingml/2006/main">
            <a:pPr algn="l">
              <a:buNone/>
              <a:defRPr sz="1875" b="1">
                <a:solidFill>
                  <a:srgbClr val="17604E"/>
                </a:solidFill>
                <a:latin typeface="Arial"/>
                <a:ea typeface="Arial"/>
                <a:cs typeface="Arial"/>
              </a:defRPr>
            </a:pPr>
            <a:r>
              <a:rPr sz="1875" b="1">
                <a:solidFill>
                  <a:srgbClr val="17604E"/>
                </a:solidFill>
                <a:latin typeface="Arial"/>
                <a:ea typeface="Arial"/>
                <a:cs typeface="Arial"/>
              </a:rPr>
              <a:t>Cinco tipos de tarea de negocio y un flujo separado de envío Telegram.</a:t>
            </a:r>
          </a:p>
        </p:txBody>
      </p:sp>
    </p:spTree>
    <p:extLst>
      <p:ext uri="{BB962C8B-B14F-4D97-AF65-F5344CB8AC3E}">
        <p14:creationId xmlns:p14="http://schemas.microsoft.com/office/powerpoint/2010/main" val="173592141"/>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3" name="Automatizaciones pendientes">
            <a:extLst xmlns:a="http://schemas.openxmlformats.org/drawingml/2006/main">
              <a:ext uri="{FF2B5EF4-FFF2-40B4-BE49-F238E27FC236}">
                <a16:creationId xmlns:a16="http://schemas.microsoft.com/office/drawing/2014/main" id="{9A878BEE-B694-48C0-BD78-9AAD4E2F8E88}"/>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E3B31"/>
                </a:solidFill>
                <a:latin typeface="Arial"/>
                <a:ea typeface="Arial"/>
                <a:cs typeface="Arial"/>
              </a:defRPr>
            </a:defPPr>
            <a:lvl1pPr algn="l">
              <a:buNone/>
              <a:defRPr sz="3600" b="1">
                <a:solidFill>
                  <a:srgbClr val="0E3B31"/>
                </a:solidFill>
                <a:latin typeface="Arial"/>
                <a:ea typeface="Arial"/>
                <a:cs typeface="Arial"/>
              </a:defRPr>
            </a:lvl1pPr>
            <a:lvl2pPr algn="l">
              <a:buNone/>
              <a:defRPr sz="3600" b="1">
                <a:solidFill>
                  <a:srgbClr val="0E3B31"/>
                </a:solidFill>
                <a:latin typeface="Arial"/>
                <a:ea typeface="Arial"/>
                <a:cs typeface="Arial"/>
              </a:defRPr>
            </a:lvl2pPr>
            <a:lvl3pPr algn="l">
              <a:buNone/>
              <a:defRPr sz="3600" b="1">
                <a:solidFill>
                  <a:srgbClr val="0E3B31"/>
                </a:solidFill>
                <a:latin typeface="Arial"/>
                <a:ea typeface="Arial"/>
                <a:cs typeface="Arial"/>
              </a:defRPr>
            </a:lvl3pPr>
            <a:lvl4pPr algn="l">
              <a:buNone/>
              <a:defRPr sz="3600" b="1">
                <a:solidFill>
                  <a:srgbClr val="0E3B31"/>
                </a:solidFill>
                <a:latin typeface="Arial"/>
                <a:ea typeface="Arial"/>
                <a:cs typeface="Arial"/>
              </a:defRPr>
            </a:lvl4pPr>
            <a:lvl5pPr algn="l">
              <a:buNone/>
              <a:defRPr sz="3600" b="1">
                <a:solidFill>
                  <a:srgbClr val="0E3B31"/>
                </a:solidFill>
                <a:latin typeface="Arial"/>
                <a:ea typeface="Arial"/>
                <a:cs typeface="Arial"/>
              </a:defRPr>
            </a:lvl5pPr>
            <a:lvl6pPr algn="l">
              <a:buNone/>
              <a:defRPr sz="3600" b="1">
                <a:solidFill>
                  <a:srgbClr val="0E3B31"/>
                </a:solidFill>
                <a:latin typeface="Arial"/>
                <a:ea typeface="Arial"/>
                <a:cs typeface="Arial"/>
              </a:defRPr>
            </a:lvl6pPr>
            <a:lvl7pPr algn="l">
              <a:buNone/>
              <a:defRPr sz="3600" b="1">
                <a:solidFill>
                  <a:srgbClr val="0E3B31"/>
                </a:solidFill>
                <a:latin typeface="Arial"/>
                <a:ea typeface="Arial"/>
                <a:cs typeface="Arial"/>
              </a:defRPr>
            </a:lvl7pPr>
            <a:lvl8pPr algn="l">
              <a:buNone/>
              <a:defRPr sz="3600" b="1">
                <a:solidFill>
                  <a:srgbClr val="0E3B31"/>
                </a:solidFill>
                <a:latin typeface="Arial"/>
                <a:ea typeface="Arial"/>
                <a:cs typeface="Arial"/>
              </a:defRPr>
            </a:lvl8pPr>
            <a:lvl9pPr algn="l">
              <a:buNone/>
              <a:defRPr sz="3600" b="1">
                <a:solidFill>
                  <a:srgbClr val="0E3B31"/>
                </a:solidFill>
                <a:latin typeface="Arial"/>
                <a:ea typeface="Arial"/>
                <a:cs typeface="Arial"/>
              </a:defRPr>
            </a:lvl9pPr>
          </a:lstStyle>
          <a:p xmlns:a="http://schemas.openxmlformats.org/drawingml/2006/main">
            <a:pPr algn="l">
              <a:buNone/>
              <a:defRPr sz="3600" b="1">
                <a:solidFill>
                  <a:srgbClr val="0E3B31"/>
                </a:solidFill>
                <a:latin typeface="Arial"/>
                <a:ea typeface="Arial"/>
                <a:cs typeface="Arial"/>
              </a:defRPr>
            </a:pPr>
            <a:r>
              <a:rPr sz="3600" b="1">
                <a:solidFill>
                  <a:srgbClr val="0E3B31"/>
                </a:solidFill>
                <a:latin typeface="Arial"/>
                <a:ea typeface="Arial"/>
                <a:cs typeface="Arial"/>
              </a:rPr>
              <a:t>Automatizaciones pendientes</a:t>
            </a:r>
          </a:p>
        </p:txBody>
      </p:sp>
      <p:sp>
        <p:nvSpPr>
          <p:cNvPr id="2" name="Ampliaciones para avanzar hacia una operación comercial">
            <a:extLst xmlns:a="http://schemas.openxmlformats.org/drawingml/2006/main">
              <a:ext uri="{FF2B5EF4-FFF2-40B4-BE49-F238E27FC236}">
                <a16:creationId xmlns:a16="http://schemas.microsoft.com/office/drawing/2014/main" id="{FF206F8E-7273-4865-AABB-1074D683C394}"/>
              </a:ext>
            </a:extLst>
          </p:cNvPr>
          <p:cNvSpPr>
            <a:spLocks xmlns:a="http://schemas.openxmlformats.org/drawingml/2006/main" noGrp="1"/>
          </p:cNvSpPr>
          <p:nvPr/>
        </p:nvSpPr>
        <p:spPr>
          <a:xfrm xmlns:a="http://schemas.openxmlformats.org/drawingml/2006/main">
            <a:off x="685800" y="1504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B6863"/>
                </a:solidFill>
                <a:latin typeface="Arial"/>
                <a:ea typeface="Arial"/>
                <a:cs typeface="Arial"/>
              </a:defRPr>
            </a:defPPr>
            <a:lvl1pPr algn="l">
              <a:buNone/>
              <a:defRPr sz="2025" b="0">
                <a:solidFill>
                  <a:srgbClr val="5B6863"/>
                </a:solidFill>
                <a:latin typeface="Arial"/>
                <a:ea typeface="Arial"/>
                <a:cs typeface="Arial"/>
              </a:defRPr>
            </a:lvl1pPr>
            <a:lvl2pPr algn="l">
              <a:buNone/>
              <a:defRPr sz="2025" b="0">
                <a:solidFill>
                  <a:srgbClr val="5B6863"/>
                </a:solidFill>
                <a:latin typeface="Arial"/>
                <a:ea typeface="Arial"/>
                <a:cs typeface="Arial"/>
              </a:defRPr>
            </a:lvl2pPr>
            <a:lvl3pPr algn="l">
              <a:buNone/>
              <a:defRPr sz="2025" b="0">
                <a:solidFill>
                  <a:srgbClr val="5B6863"/>
                </a:solidFill>
                <a:latin typeface="Arial"/>
                <a:ea typeface="Arial"/>
                <a:cs typeface="Arial"/>
              </a:defRPr>
            </a:lvl3pPr>
            <a:lvl4pPr algn="l">
              <a:buNone/>
              <a:defRPr sz="2025" b="0">
                <a:solidFill>
                  <a:srgbClr val="5B6863"/>
                </a:solidFill>
                <a:latin typeface="Arial"/>
                <a:ea typeface="Arial"/>
                <a:cs typeface="Arial"/>
              </a:defRPr>
            </a:lvl4pPr>
            <a:lvl5pPr algn="l">
              <a:buNone/>
              <a:defRPr sz="2025" b="0">
                <a:solidFill>
                  <a:srgbClr val="5B6863"/>
                </a:solidFill>
                <a:latin typeface="Arial"/>
                <a:ea typeface="Arial"/>
                <a:cs typeface="Arial"/>
              </a:defRPr>
            </a:lvl5pPr>
            <a:lvl6pPr algn="l">
              <a:buNone/>
              <a:defRPr sz="2025" b="0">
                <a:solidFill>
                  <a:srgbClr val="5B6863"/>
                </a:solidFill>
                <a:latin typeface="Arial"/>
                <a:ea typeface="Arial"/>
                <a:cs typeface="Arial"/>
              </a:defRPr>
            </a:lvl6pPr>
            <a:lvl7pPr algn="l">
              <a:buNone/>
              <a:defRPr sz="2025" b="0">
                <a:solidFill>
                  <a:srgbClr val="5B6863"/>
                </a:solidFill>
                <a:latin typeface="Arial"/>
                <a:ea typeface="Arial"/>
                <a:cs typeface="Arial"/>
              </a:defRPr>
            </a:lvl7pPr>
            <a:lvl8pPr algn="l">
              <a:buNone/>
              <a:defRPr sz="2025" b="0">
                <a:solidFill>
                  <a:srgbClr val="5B6863"/>
                </a:solidFill>
                <a:latin typeface="Arial"/>
                <a:ea typeface="Arial"/>
                <a:cs typeface="Arial"/>
              </a:defRPr>
            </a:lvl8pPr>
            <a:lvl9pPr algn="l">
              <a:buNone/>
              <a:defRPr sz="2025" b="0">
                <a:solidFill>
                  <a:srgbClr val="5B6863"/>
                </a:solidFill>
                <a:latin typeface="Arial"/>
                <a:ea typeface="Arial"/>
                <a:cs typeface="Arial"/>
              </a:defRPr>
            </a:lvl9pPr>
          </a:lstStyle>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Ampliaciones para avanzar hacia una operación comercial</a:t>
            </a:r>
          </a:p>
        </p:txBody>
      </p:sp>
      <p:sp>
        <p:nvSpPr>
          <p:cNvPr id="3" name="Ventas actuales">
            <a:extLst xmlns:a="http://schemas.openxmlformats.org/drawingml/2006/main">
              <a:ext uri="{FF2B5EF4-FFF2-40B4-BE49-F238E27FC236}">
                <a16:creationId xmlns:a16="http://schemas.microsoft.com/office/drawing/2014/main" id="{BBEB85FC-1E1F-4693-823D-3A1B24BA824E}"/>
              </a:ext>
            </a:extLst>
          </p:cNvPr>
          <p:cNvSpPr>
            <a:spLocks xmlns:a="http://schemas.openxmlformats.org/drawingml/2006/main" noGrp="1"/>
          </p:cNvSpPr>
          <p:nvPr/>
        </p:nvSpPr>
        <p:spPr>
          <a:xfrm xmlns:a="http://schemas.openxmlformats.org/drawingml/2006/main">
            <a:off x="685800" y="2324100"/>
            <a:ext cx="3105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604E"/>
                </a:solidFill>
                <a:latin typeface="Arial"/>
                <a:ea typeface="Arial"/>
                <a:cs typeface="Arial"/>
              </a:defRPr>
            </a:defPPr>
            <a:lvl1pPr algn="l">
              <a:buNone/>
              <a:defRPr sz="2025" b="1">
                <a:solidFill>
                  <a:srgbClr val="17604E"/>
                </a:solidFill>
                <a:latin typeface="Arial"/>
                <a:ea typeface="Arial"/>
                <a:cs typeface="Arial"/>
              </a:defRPr>
            </a:lvl1pPr>
            <a:lvl2pPr algn="l">
              <a:buNone/>
              <a:defRPr sz="2025" b="1">
                <a:solidFill>
                  <a:srgbClr val="17604E"/>
                </a:solidFill>
                <a:latin typeface="Arial"/>
                <a:ea typeface="Arial"/>
                <a:cs typeface="Arial"/>
              </a:defRPr>
            </a:lvl2pPr>
            <a:lvl3pPr algn="l">
              <a:buNone/>
              <a:defRPr sz="2025" b="1">
                <a:solidFill>
                  <a:srgbClr val="17604E"/>
                </a:solidFill>
                <a:latin typeface="Arial"/>
                <a:ea typeface="Arial"/>
                <a:cs typeface="Arial"/>
              </a:defRPr>
            </a:lvl3pPr>
            <a:lvl4pPr algn="l">
              <a:buNone/>
              <a:defRPr sz="2025" b="1">
                <a:solidFill>
                  <a:srgbClr val="17604E"/>
                </a:solidFill>
                <a:latin typeface="Arial"/>
                <a:ea typeface="Arial"/>
                <a:cs typeface="Arial"/>
              </a:defRPr>
            </a:lvl4pPr>
            <a:lvl5pPr algn="l">
              <a:buNone/>
              <a:defRPr sz="2025" b="1">
                <a:solidFill>
                  <a:srgbClr val="17604E"/>
                </a:solidFill>
                <a:latin typeface="Arial"/>
                <a:ea typeface="Arial"/>
                <a:cs typeface="Arial"/>
              </a:defRPr>
            </a:lvl5pPr>
            <a:lvl6pPr algn="l">
              <a:buNone/>
              <a:defRPr sz="2025" b="1">
                <a:solidFill>
                  <a:srgbClr val="17604E"/>
                </a:solidFill>
                <a:latin typeface="Arial"/>
                <a:ea typeface="Arial"/>
                <a:cs typeface="Arial"/>
              </a:defRPr>
            </a:lvl6pPr>
            <a:lvl7pPr algn="l">
              <a:buNone/>
              <a:defRPr sz="2025" b="1">
                <a:solidFill>
                  <a:srgbClr val="17604E"/>
                </a:solidFill>
                <a:latin typeface="Arial"/>
                <a:ea typeface="Arial"/>
                <a:cs typeface="Arial"/>
              </a:defRPr>
            </a:lvl7pPr>
            <a:lvl8pPr algn="l">
              <a:buNone/>
              <a:defRPr sz="2025" b="1">
                <a:solidFill>
                  <a:srgbClr val="17604E"/>
                </a:solidFill>
                <a:latin typeface="Arial"/>
                <a:ea typeface="Arial"/>
                <a:cs typeface="Arial"/>
              </a:defRPr>
            </a:lvl8pPr>
            <a:lvl9pPr algn="l">
              <a:buNone/>
              <a:defRPr sz="2025" b="1">
                <a:solidFill>
                  <a:srgbClr val="17604E"/>
                </a:solidFill>
                <a:latin typeface="Arial"/>
                <a:ea typeface="Arial"/>
                <a:cs typeface="Arial"/>
              </a:defRPr>
            </a:lvl9pPr>
          </a:lstStyle>
          <a:p xmlns:a="http://schemas.openxmlformats.org/drawingml/2006/main">
            <a:pPr algn="l">
              <a:buNone/>
              <a:defRPr sz="2025" b="1">
                <a:solidFill>
                  <a:srgbClr val="17604E"/>
                </a:solidFill>
                <a:latin typeface="Arial"/>
                <a:ea typeface="Arial"/>
                <a:cs typeface="Arial"/>
              </a:defRPr>
            </a:pPr>
            <a:r>
              <a:rPr sz="2025" b="1">
                <a:solidFill>
                  <a:srgbClr val="17604E"/>
                </a:solidFill>
                <a:latin typeface="Arial"/>
                <a:ea typeface="Arial"/>
                <a:cs typeface="Arial"/>
              </a:rPr>
              <a:t>Ventas actuales</a:t>
            </a:r>
          </a:p>
        </p:txBody>
      </p:sp>
      <p:sp>
        <p:nvSpPr>
          <p:cNvPr id="4" name="Registro o integración recurrente de nuevas ventas.">
            <a:extLst xmlns:a="http://schemas.openxmlformats.org/drawingml/2006/main">
              <a:ext uri="{FF2B5EF4-FFF2-40B4-BE49-F238E27FC236}">
                <a16:creationId xmlns:a16="http://schemas.microsoft.com/office/drawing/2014/main" id="{A04FB45B-D8DC-4E59-8353-3B64C227020A}"/>
              </a:ext>
            </a:extLst>
          </p:cNvPr>
          <p:cNvSpPr>
            <a:spLocks xmlns:a="http://schemas.openxmlformats.org/drawingml/2006/main" noGrp="1"/>
          </p:cNvSpPr>
          <p:nvPr/>
        </p:nvSpPr>
        <p:spPr>
          <a:xfrm xmlns:a="http://schemas.openxmlformats.org/drawingml/2006/main">
            <a:off x="4019550" y="2324100"/>
            <a:ext cx="7486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211E"/>
                </a:solidFill>
                <a:latin typeface="Arial"/>
                <a:ea typeface="Arial"/>
                <a:cs typeface="Arial"/>
              </a:defRPr>
            </a:defPPr>
            <a:lvl1pPr algn="l">
              <a:buNone/>
              <a:defRPr sz="2025" b="0">
                <a:solidFill>
                  <a:srgbClr val="18211E"/>
                </a:solidFill>
                <a:latin typeface="Arial"/>
                <a:ea typeface="Arial"/>
                <a:cs typeface="Arial"/>
              </a:defRPr>
            </a:lvl1pPr>
            <a:lvl2pPr algn="l">
              <a:buNone/>
              <a:defRPr sz="2025" b="0">
                <a:solidFill>
                  <a:srgbClr val="18211E"/>
                </a:solidFill>
                <a:latin typeface="Arial"/>
                <a:ea typeface="Arial"/>
                <a:cs typeface="Arial"/>
              </a:defRPr>
            </a:lvl2pPr>
            <a:lvl3pPr algn="l">
              <a:buNone/>
              <a:defRPr sz="2025" b="0">
                <a:solidFill>
                  <a:srgbClr val="18211E"/>
                </a:solidFill>
                <a:latin typeface="Arial"/>
                <a:ea typeface="Arial"/>
                <a:cs typeface="Arial"/>
              </a:defRPr>
            </a:lvl3pPr>
            <a:lvl4pPr algn="l">
              <a:buNone/>
              <a:defRPr sz="2025" b="0">
                <a:solidFill>
                  <a:srgbClr val="18211E"/>
                </a:solidFill>
                <a:latin typeface="Arial"/>
                <a:ea typeface="Arial"/>
                <a:cs typeface="Arial"/>
              </a:defRPr>
            </a:lvl4pPr>
            <a:lvl5pPr algn="l">
              <a:buNone/>
              <a:defRPr sz="2025" b="0">
                <a:solidFill>
                  <a:srgbClr val="18211E"/>
                </a:solidFill>
                <a:latin typeface="Arial"/>
                <a:ea typeface="Arial"/>
                <a:cs typeface="Arial"/>
              </a:defRPr>
            </a:lvl5pPr>
            <a:lvl6pPr algn="l">
              <a:buNone/>
              <a:defRPr sz="2025" b="0">
                <a:solidFill>
                  <a:srgbClr val="18211E"/>
                </a:solidFill>
                <a:latin typeface="Arial"/>
                <a:ea typeface="Arial"/>
                <a:cs typeface="Arial"/>
              </a:defRPr>
            </a:lvl6pPr>
            <a:lvl7pPr algn="l">
              <a:buNone/>
              <a:defRPr sz="2025" b="0">
                <a:solidFill>
                  <a:srgbClr val="18211E"/>
                </a:solidFill>
                <a:latin typeface="Arial"/>
                <a:ea typeface="Arial"/>
                <a:cs typeface="Arial"/>
              </a:defRPr>
            </a:lvl7pPr>
            <a:lvl8pPr algn="l">
              <a:buNone/>
              <a:defRPr sz="2025" b="0">
                <a:solidFill>
                  <a:srgbClr val="18211E"/>
                </a:solidFill>
                <a:latin typeface="Arial"/>
                <a:ea typeface="Arial"/>
                <a:cs typeface="Arial"/>
              </a:defRPr>
            </a:lvl8pPr>
            <a:lvl9pPr algn="l">
              <a:buNone/>
              <a:defRPr sz="2025" b="0">
                <a:solidFill>
                  <a:srgbClr val="18211E"/>
                </a:solidFill>
                <a:latin typeface="Arial"/>
                <a:ea typeface="Arial"/>
                <a:cs typeface="Arial"/>
              </a:defRPr>
            </a:lvl9pPr>
          </a:lstStyle>
          <a:p xmlns:a="http://schemas.openxmlformats.org/drawingml/2006/main">
            <a:pPr algn="l">
              <a:buNone/>
              <a:defRPr sz="2025" b="0">
                <a:solidFill>
                  <a:srgbClr val="18211E"/>
                </a:solidFill>
                <a:latin typeface="Arial"/>
                <a:ea typeface="Arial"/>
                <a:cs typeface="Arial"/>
              </a:defRPr>
            </a:pPr>
            <a:r>
              <a:rPr sz="2025" b="0">
                <a:solidFill>
                  <a:srgbClr val="18211E"/>
                </a:solidFill>
                <a:latin typeface="Arial"/>
                <a:ea typeface="Arial"/>
                <a:cs typeface="Arial"/>
              </a:rPr>
              <a:t>Registro o integración recurrente de nuevas ventas.</a:t>
            </a:r>
          </a:p>
        </p:txBody>
      </p:sp>
      <p:sp>
        <p:nvSpPr>
          <p:cNvPr id="5" name="Tienda conectada">
            <a:extLst xmlns:a="http://schemas.openxmlformats.org/drawingml/2006/main">
              <a:ext uri="{FF2B5EF4-FFF2-40B4-BE49-F238E27FC236}">
                <a16:creationId xmlns:a16="http://schemas.microsoft.com/office/drawing/2014/main" id="{181477E9-994A-4A8E-8511-FFD0FC5548EE}"/>
              </a:ext>
            </a:extLst>
          </p:cNvPr>
          <p:cNvSpPr>
            <a:spLocks xmlns:a="http://schemas.openxmlformats.org/drawingml/2006/main" noGrp="1"/>
          </p:cNvSpPr>
          <p:nvPr/>
        </p:nvSpPr>
        <p:spPr>
          <a:xfrm xmlns:a="http://schemas.openxmlformats.org/drawingml/2006/main">
            <a:off x="685800" y="3019425"/>
            <a:ext cx="3105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604E"/>
                </a:solidFill>
                <a:latin typeface="Arial"/>
                <a:ea typeface="Arial"/>
                <a:cs typeface="Arial"/>
              </a:defRPr>
            </a:defPPr>
            <a:lvl1pPr algn="l">
              <a:buNone/>
              <a:defRPr sz="2025" b="1">
                <a:solidFill>
                  <a:srgbClr val="17604E"/>
                </a:solidFill>
                <a:latin typeface="Arial"/>
                <a:ea typeface="Arial"/>
                <a:cs typeface="Arial"/>
              </a:defRPr>
            </a:lvl1pPr>
            <a:lvl2pPr algn="l">
              <a:buNone/>
              <a:defRPr sz="2025" b="1">
                <a:solidFill>
                  <a:srgbClr val="17604E"/>
                </a:solidFill>
                <a:latin typeface="Arial"/>
                <a:ea typeface="Arial"/>
                <a:cs typeface="Arial"/>
              </a:defRPr>
            </a:lvl2pPr>
            <a:lvl3pPr algn="l">
              <a:buNone/>
              <a:defRPr sz="2025" b="1">
                <a:solidFill>
                  <a:srgbClr val="17604E"/>
                </a:solidFill>
                <a:latin typeface="Arial"/>
                <a:ea typeface="Arial"/>
                <a:cs typeface="Arial"/>
              </a:defRPr>
            </a:lvl3pPr>
            <a:lvl4pPr algn="l">
              <a:buNone/>
              <a:defRPr sz="2025" b="1">
                <a:solidFill>
                  <a:srgbClr val="17604E"/>
                </a:solidFill>
                <a:latin typeface="Arial"/>
                <a:ea typeface="Arial"/>
                <a:cs typeface="Arial"/>
              </a:defRPr>
            </a:lvl4pPr>
            <a:lvl5pPr algn="l">
              <a:buNone/>
              <a:defRPr sz="2025" b="1">
                <a:solidFill>
                  <a:srgbClr val="17604E"/>
                </a:solidFill>
                <a:latin typeface="Arial"/>
                <a:ea typeface="Arial"/>
                <a:cs typeface="Arial"/>
              </a:defRPr>
            </a:lvl5pPr>
            <a:lvl6pPr algn="l">
              <a:buNone/>
              <a:defRPr sz="2025" b="1">
                <a:solidFill>
                  <a:srgbClr val="17604E"/>
                </a:solidFill>
                <a:latin typeface="Arial"/>
                <a:ea typeface="Arial"/>
                <a:cs typeface="Arial"/>
              </a:defRPr>
            </a:lvl6pPr>
            <a:lvl7pPr algn="l">
              <a:buNone/>
              <a:defRPr sz="2025" b="1">
                <a:solidFill>
                  <a:srgbClr val="17604E"/>
                </a:solidFill>
                <a:latin typeface="Arial"/>
                <a:ea typeface="Arial"/>
                <a:cs typeface="Arial"/>
              </a:defRPr>
            </a:lvl7pPr>
            <a:lvl8pPr algn="l">
              <a:buNone/>
              <a:defRPr sz="2025" b="1">
                <a:solidFill>
                  <a:srgbClr val="17604E"/>
                </a:solidFill>
                <a:latin typeface="Arial"/>
                <a:ea typeface="Arial"/>
                <a:cs typeface="Arial"/>
              </a:defRPr>
            </a:lvl8pPr>
            <a:lvl9pPr algn="l">
              <a:buNone/>
              <a:defRPr sz="2025" b="1">
                <a:solidFill>
                  <a:srgbClr val="17604E"/>
                </a:solidFill>
                <a:latin typeface="Arial"/>
                <a:ea typeface="Arial"/>
                <a:cs typeface="Arial"/>
              </a:defRPr>
            </a:lvl9pPr>
          </a:lstStyle>
          <a:p xmlns:a="http://schemas.openxmlformats.org/drawingml/2006/main">
            <a:pPr algn="l">
              <a:buNone/>
              <a:defRPr sz="2025" b="1">
                <a:solidFill>
                  <a:srgbClr val="17604E"/>
                </a:solidFill>
                <a:latin typeface="Arial"/>
                <a:ea typeface="Arial"/>
                <a:cs typeface="Arial"/>
              </a:defRPr>
            </a:pPr>
            <a:r>
              <a:rPr sz="2025" b="1">
                <a:solidFill>
                  <a:srgbClr val="17604E"/>
                </a:solidFill>
                <a:latin typeface="Arial"/>
                <a:ea typeface="Arial"/>
                <a:cs typeface="Arial"/>
              </a:rPr>
              <a:t>Tienda conectada</a:t>
            </a:r>
          </a:p>
        </p:txBody>
      </p:sp>
      <p:sp>
        <p:nvSpPr>
          <p:cNvPr id="6" name="Catálogo, stock y confirmación idempotente de compras.">
            <a:extLst xmlns:a="http://schemas.openxmlformats.org/drawingml/2006/main">
              <a:ext uri="{FF2B5EF4-FFF2-40B4-BE49-F238E27FC236}">
                <a16:creationId xmlns:a16="http://schemas.microsoft.com/office/drawing/2014/main" id="{3F7E3BE9-3E5A-41C8-99FD-FF882A2D4F60}"/>
              </a:ext>
            </a:extLst>
          </p:cNvPr>
          <p:cNvSpPr>
            <a:spLocks xmlns:a="http://schemas.openxmlformats.org/drawingml/2006/main" noGrp="1"/>
          </p:cNvSpPr>
          <p:nvPr/>
        </p:nvSpPr>
        <p:spPr>
          <a:xfrm xmlns:a="http://schemas.openxmlformats.org/drawingml/2006/main">
            <a:off x="4019550" y="3019425"/>
            <a:ext cx="7486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211E"/>
                </a:solidFill>
                <a:latin typeface="Arial"/>
                <a:ea typeface="Arial"/>
                <a:cs typeface="Arial"/>
              </a:defRPr>
            </a:defPPr>
            <a:lvl1pPr algn="l">
              <a:buNone/>
              <a:defRPr sz="2025" b="0">
                <a:solidFill>
                  <a:srgbClr val="18211E"/>
                </a:solidFill>
                <a:latin typeface="Arial"/>
                <a:ea typeface="Arial"/>
                <a:cs typeface="Arial"/>
              </a:defRPr>
            </a:lvl1pPr>
            <a:lvl2pPr algn="l">
              <a:buNone/>
              <a:defRPr sz="2025" b="0">
                <a:solidFill>
                  <a:srgbClr val="18211E"/>
                </a:solidFill>
                <a:latin typeface="Arial"/>
                <a:ea typeface="Arial"/>
                <a:cs typeface="Arial"/>
              </a:defRPr>
            </a:lvl2pPr>
            <a:lvl3pPr algn="l">
              <a:buNone/>
              <a:defRPr sz="2025" b="0">
                <a:solidFill>
                  <a:srgbClr val="18211E"/>
                </a:solidFill>
                <a:latin typeface="Arial"/>
                <a:ea typeface="Arial"/>
                <a:cs typeface="Arial"/>
              </a:defRPr>
            </a:lvl3pPr>
            <a:lvl4pPr algn="l">
              <a:buNone/>
              <a:defRPr sz="2025" b="0">
                <a:solidFill>
                  <a:srgbClr val="18211E"/>
                </a:solidFill>
                <a:latin typeface="Arial"/>
                <a:ea typeface="Arial"/>
                <a:cs typeface="Arial"/>
              </a:defRPr>
            </a:lvl4pPr>
            <a:lvl5pPr algn="l">
              <a:buNone/>
              <a:defRPr sz="2025" b="0">
                <a:solidFill>
                  <a:srgbClr val="18211E"/>
                </a:solidFill>
                <a:latin typeface="Arial"/>
                <a:ea typeface="Arial"/>
                <a:cs typeface="Arial"/>
              </a:defRPr>
            </a:lvl5pPr>
            <a:lvl6pPr algn="l">
              <a:buNone/>
              <a:defRPr sz="2025" b="0">
                <a:solidFill>
                  <a:srgbClr val="18211E"/>
                </a:solidFill>
                <a:latin typeface="Arial"/>
                <a:ea typeface="Arial"/>
                <a:cs typeface="Arial"/>
              </a:defRPr>
            </a:lvl6pPr>
            <a:lvl7pPr algn="l">
              <a:buNone/>
              <a:defRPr sz="2025" b="0">
                <a:solidFill>
                  <a:srgbClr val="18211E"/>
                </a:solidFill>
                <a:latin typeface="Arial"/>
                <a:ea typeface="Arial"/>
                <a:cs typeface="Arial"/>
              </a:defRPr>
            </a:lvl7pPr>
            <a:lvl8pPr algn="l">
              <a:buNone/>
              <a:defRPr sz="2025" b="0">
                <a:solidFill>
                  <a:srgbClr val="18211E"/>
                </a:solidFill>
                <a:latin typeface="Arial"/>
                <a:ea typeface="Arial"/>
                <a:cs typeface="Arial"/>
              </a:defRPr>
            </a:lvl8pPr>
            <a:lvl9pPr algn="l">
              <a:buNone/>
              <a:defRPr sz="2025" b="0">
                <a:solidFill>
                  <a:srgbClr val="18211E"/>
                </a:solidFill>
                <a:latin typeface="Arial"/>
                <a:ea typeface="Arial"/>
                <a:cs typeface="Arial"/>
              </a:defRPr>
            </a:lvl9pPr>
          </a:lstStyle>
          <a:p xmlns:a="http://schemas.openxmlformats.org/drawingml/2006/main">
            <a:pPr algn="l">
              <a:buNone/>
              <a:defRPr sz="2025" b="0">
                <a:solidFill>
                  <a:srgbClr val="18211E"/>
                </a:solidFill>
                <a:latin typeface="Arial"/>
                <a:ea typeface="Arial"/>
                <a:cs typeface="Arial"/>
              </a:defRPr>
            </a:pPr>
            <a:r>
              <a:rPr sz="2025" b="0">
                <a:solidFill>
                  <a:srgbClr val="18211E"/>
                </a:solidFill>
                <a:latin typeface="Arial"/>
                <a:ea typeface="Arial"/>
                <a:cs typeface="Arial"/>
              </a:rPr>
              <a:t>Catálogo, stock y confirmación idempotente de compras.</a:t>
            </a:r>
          </a:p>
        </p:txBody>
      </p:sp>
      <p:sp>
        <p:nvSpPr>
          <p:cNvPr id="7" name="Promociones publicadas">
            <a:extLst xmlns:a="http://schemas.openxmlformats.org/drawingml/2006/main">
              <a:ext uri="{FF2B5EF4-FFF2-40B4-BE49-F238E27FC236}">
                <a16:creationId xmlns:a16="http://schemas.microsoft.com/office/drawing/2014/main" id="{6B0504A8-E91C-499A-8730-C7D2A43FC87F}"/>
              </a:ext>
            </a:extLst>
          </p:cNvPr>
          <p:cNvSpPr>
            <a:spLocks xmlns:a="http://schemas.openxmlformats.org/drawingml/2006/main" noGrp="1"/>
          </p:cNvSpPr>
          <p:nvPr/>
        </p:nvSpPr>
        <p:spPr>
          <a:xfrm xmlns:a="http://schemas.openxmlformats.org/drawingml/2006/main">
            <a:off x="685800" y="3714750"/>
            <a:ext cx="3105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604E"/>
                </a:solidFill>
                <a:latin typeface="Arial"/>
                <a:ea typeface="Arial"/>
                <a:cs typeface="Arial"/>
              </a:defRPr>
            </a:defPPr>
            <a:lvl1pPr algn="l">
              <a:buNone/>
              <a:defRPr sz="2025" b="1">
                <a:solidFill>
                  <a:srgbClr val="17604E"/>
                </a:solidFill>
                <a:latin typeface="Arial"/>
                <a:ea typeface="Arial"/>
                <a:cs typeface="Arial"/>
              </a:defRPr>
            </a:lvl1pPr>
            <a:lvl2pPr algn="l">
              <a:buNone/>
              <a:defRPr sz="2025" b="1">
                <a:solidFill>
                  <a:srgbClr val="17604E"/>
                </a:solidFill>
                <a:latin typeface="Arial"/>
                <a:ea typeface="Arial"/>
                <a:cs typeface="Arial"/>
              </a:defRPr>
            </a:lvl2pPr>
            <a:lvl3pPr algn="l">
              <a:buNone/>
              <a:defRPr sz="2025" b="1">
                <a:solidFill>
                  <a:srgbClr val="17604E"/>
                </a:solidFill>
                <a:latin typeface="Arial"/>
                <a:ea typeface="Arial"/>
                <a:cs typeface="Arial"/>
              </a:defRPr>
            </a:lvl3pPr>
            <a:lvl4pPr algn="l">
              <a:buNone/>
              <a:defRPr sz="2025" b="1">
                <a:solidFill>
                  <a:srgbClr val="17604E"/>
                </a:solidFill>
                <a:latin typeface="Arial"/>
                <a:ea typeface="Arial"/>
                <a:cs typeface="Arial"/>
              </a:defRPr>
            </a:lvl4pPr>
            <a:lvl5pPr algn="l">
              <a:buNone/>
              <a:defRPr sz="2025" b="1">
                <a:solidFill>
                  <a:srgbClr val="17604E"/>
                </a:solidFill>
                <a:latin typeface="Arial"/>
                <a:ea typeface="Arial"/>
                <a:cs typeface="Arial"/>
              </a:defRPr>
            </a:lvl5pPr>
            <a:lvl6pPr algn="l">
              <a:buNone/>
              <a:defRPr sz="2025" b="1">
                <a:solidFill>
                  <a:srgbClr val="17604E"/>
                </a:solidFill>
                <a:latin typeface="Arial"/>
                <a:ea typeface="Arial"/>
                <a:cs typeface="Arial"/>
              </a:defRPr>
            </a:lvl6pPr>
            <a:lvl7pPr algn="l">
              <a:buNone/>
              <a:defRPr sz="2025" b="1">
                <a:solidFill>
                  <a:srgbClr val="17604E"/>
                </a:solidFill>
                <a:latin typeface="Arial"/>
                <a:ea typeface="Arial"/>
                <a:cs typeface="Arial"/>
              </a:defRPr>
            </a:lvl7pPr>
            <a:lvl8pPr algn="l">
              <a:buNone/>
              <a:defRPr sz="2025" b="1">
                <a:solidFill>
                  <a:srgbClr val="17604E"/>
                </a:solidFill>
                <a:latin typeface="Arial"/>
                <a:ea typeface="Arial"/>
                <a:cs typeface="Arial"/>
              </a:defRPr>
            </a:lvl8pPr>
            <a:lvl9pPr algn="l">
              <a:buNone/>
              <a:defRPr sz="2025" b="1">
                <a:solidFill>
                  <a:srgbClr val="17604E"/>
                </a:solidFill>
                <a:latin typeface="Arial"/>
                <a:ea typeface="Arial"/>
                <a:cs typeface="Arial"/>
              </a:defRPr>
            </a:lvl9pPr>
          </a:lstStyle>
          <a:p xmlns:a="http://schemas.openxmlformats.org/drawingml/2006/main">
            <a:pPr algn="l">
              <a:buNone/>
              <a:defRPr sz="2025" b="1">
                <a:solidFill>
                  <a:srgbClr val="17604E"/>
                </a:solidFill>
                <a:latin typeface="Arial"/>
                <a:ea typeface="Arial"/>
                <a:cs typeface="Arial"/>
              </a:defRPr>
            </a:pPr>
            <a:r>
              <a:rPr sz="2025" b="1">
                <a:solidFill>
                  <a:srgbClr val="17604E"/>
                </a:solidFill>
                <a:latin typeface="Arial"/>
                <a:ea typeface="Arial"/>
                <a:cs typeface="Arial"/>
              </a:rPr>
              <a:t>Promociones publicadas</a:t>
            </a:r>
          </a:p>
        </p:txBody>
      </p:sp>
      <p:sp>
        <p:nvSpPr>
          <p:cNvPr id="8" name="Aprobación administrativa y exposición en la tienda.">
            <a:extLst xmlns:a="http://schemas.openxmlformats.org/drawingml/2006/main">
              <a:ext uri="{FF2B5EF4-FFF2-40B4-BE49-F238E27FC236}">
                <a16:creationId xmlns:a16="http://schemas.microsoft.com/office/drawing/2014/main" id="{6761E7FA-F512-48F9-884D-7EB08CE15C22}"/>
              </a:ext>
            </a:extLst>
          </p:cNvPr>
          <p:cNvSpPr>
            <a:spLocks xmlns:a="http://schemas.openxmlformats.org/drawingml/2006/main" noGrp="1"/>
          </p:cNvSpPr>
          <p:nvPr/>
        </p:nvSpPr>
        <p:spPr>
          <a:xfrm xmlns:a="http://schemas.openxmlformats.org/drawingml/2006/main">
            <a:off x="4019550" y="3714750"/>
            <a:ext cx="7486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211E"/>
                </a:solidFill>
                <a:latin typeface="Arial"/>
                <a:ea typeface="Arial"/>
                <a:cs typeface="Arial"/>
              </a:defRPr>
            </a:defPPr>
            <a:lvl1pPr algn="l">
              <a:buNone/>
              <a:defRPr sz="2025" b="0">
                <a:solidFill>
                  <a:srgbClr val="18211E"/>
                </a:solidFill>
                <a:latin typeface="Arial"/>
                <a:ea typeface="Arial"/>
                <a:cs typeface="Arial"/>
              </a:defRPr>
            </a:lvl1pPr>
            <a:lvl2pPr algn="l">
              <a:buNone/>
              <a:defRPr sz="2025" b="0">
                <a:solidFill>
                  <a:srgbClr val="18211E"/>
                </a:solidFill>
                <a:latin typeface="Arial"/>
                <a:ea typeface="Arial"/>
                <a:cs typeface="Arial"/>
              </a:defRPr>
            </a:lvl2pPr>
            <a:lvl3pPr algn="l">
              <a:buNone/>
              <a:defRPr sz="2025" b="0">
                <a:solidFill>
                  <a:srgbClr val="18211E"/>
                </a:solidFill>
                <a:latin typeface="Arial"/>
                <a:ea typeface="Arial"/>
                <a:cs typeface="Arial"/>
              </a:defRPr>
            </a:lvl3pPr>
            <a:lvl4pPr algn="l">
              <a:buNone/>
              <a:defRPr sz="2025" b="0">
                <a:solidFill>
                  <a:srgbClr val="18211E"/>
                </a:solidFill>
                <a:latin typeface="Arial"/>
                <a:ea typeface="Arial"/>
                <a:cs typeface="Arial"/>
              </a:defRPr>
            </a:lvl4pPr>
            <a:lvl5pPr algn="l">
              <a:buNone/>
              <a:defRPr sz="2025" b="0">
                <a:solidFill>
                  <a:srgbClr val="18211E"/>
                </a:solidFill>
                <a:latin typeface="Arial"/>
                <a:ea typeface="Arial"/>
                <a:cs typeface="Arial"/>
              </a:defRPr>
            </a:lvl5pPr>
            <a:lvl6pPr algn="l">
              <a:buNone/>
              <a:defRPr sz="2025" b="0">
                <a:solidFill>
                  <a:srgbClr val="18211E"/>
                </a:solidFill>
                <a:latin typeface="Arial"/>
                <a:ea typeface="Arial"/>
                <a:cs typeface="Arial"/>
              </a:defRPr>
            </a:lvl6pPr>
            <a:lvl7pPr algn="l">
              <a:buNone/>
              <a:defRPr sz="2025" b="0">
                <a:solidFill>
                  <a:srgbClr val="18211E"/>
                </a:solidFill>
                <a:latin typeface="Arial"/>
                <a:ea typeface="Arial"/>
                <a:cs typeface="Arial"/>
              </a:defRPr>
            </a:lvl7pPr>
            <a:lvl8pPr algn="l">
              <a:buNone/>
              <a:defRPr sz="2025" b="0">
                <a:solidFill>
                  <a:srgbClr val="18211E"/>
                </a:solidFill>
                <a:latin typeface="Arial"/>
                <a:ea typeface="Arial"/>
                <a:cs typeface="Arial"/>
              </a:defRPr>
            </a:lvl8pPr>
            <a:lvl9pPr algn="l">
              <a:buNone/>
              <a:defRPr sz="2025" b="0">
                <a:solidFill>
                  <a:srgbClr val="18211E"/>
                </a:solidFill>
                <a:latin typeface="Arial"/>
                <a:ea typeface="Arial"/>
                <a:cs typeface="Arial"/>
              </a:defRPr>
            </a:lvl9pPr>
          </a:lstStyle>
          <a:p xmlns:a="http://schemas.openxmlformats.org/drawingml/2006/main">
            <a:pPr algn="l">
              <a:buNone/>
              <a:defRPr sz="2025" b="0">
                <a:solidFill>
                  <a:srgbClr val="18211E"/>
                </a:solidFill>
                <a:latin typeface="Arial"/>
                <a:ea typeface="Arial"/>
                <a:cs typeface="Arial"/>
              </a:defRPr>
            </a:pPr>
            <a:r>
              <a:rPr sz="2025" b="0">
                <a:solidFill>
                  <a:srgbClr val="18211E"/>
                </a:solidFill>
                <a:latin typeface="Arial"/>
                <a:ea typeface="Arial"/>
                <a:cs typeface="Arial"/>
              </a:rPr>
              <a:t>Aprobación administrativa y exposición en la tienda.</a:t>
            </a:r>
          </a:p>
        </p:txBody>
      </p:sp>
      <p:sp>
        <p:nvSpPr>
          <p:cNvPr id="9" name="Revisión recurrente">
            <a:extLst xmlns:a="http://schemas.openxmlformats.org/drawingml/2006/main">
              <a:ext uri="{FF2B5EF4-FFF2-40B4-BE49-F238E27FC236}">
                <a16:creationId xmlns:a16="http://schemas.microsoft.com/office/drawing/2014/main" id="{28907DD6-9434-4F94-B126-C66A4238DD57}"/>
              </a:ext>
            </a:extLst>
          </p:cNvPr>
          <p:cNvSpPr>
            <a:spLocks xmlns:a="http://schemas.openxmlformats.org/drawingml/2006/main" noGrp="1"/>
          </p:cNvSpPr>
          <p:nvPr/>
        </p:nvSpPr>
        <p:spPr>
          <a:xfrm xmlns:a="http://schemas.openxmlformats.org/drawingml/2006/main">
            <a:off x="685800" y="4410075"/>
            <a:ext cx="3105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604E"/>
                </a:solidFill>
                <a:latin typeface="Arial"/>
                <a:ea typeface="Arial"/>
                <a:cs typeface="Arial"/>
              </a:defRPr>
            </a:defPPr>
            <a:lvl1pPr algn="l">
              <a:buNone/>
              <a:defRPr sz="2025" b="1">
                <a:solidFill>
                  <a:srgbClr val="17604E"/>
                </a:solidFill>
                <a:latin typeface="Arial"/>
                <a:ea typeface="Arial"/>
                <a:cs typeface="Arial"/>
              </a:defRPr>
            </a:lvl1pPr>
            <a:lvl2pPr algn="l">
              <a:buNone/>
              <a:defRPr sz="2025" b="1">
                <a:solidFill>
                  <a:srgbClr val="17604E"/>
                </a:solidFill>
                <a:latin typeface="Arial"/>
                <a:ea typeface="Arial"/>
                <a:cs typeface="Arial"/>
              </a:defRPr>
            </a:lvl2pPr>
            <a:lvl3pPr algn="l">
              <a:buNone/>
              <a:defRPr sz="2025" b="1">
                <a:solidFill>
                  <a:srgbClr val="17604E"/>
                </a:solidFill>
                <a:latin typeface="Arial"/>
                <a:ea typeface="Arial"/>
                <a:cs typeface="Arial"/>
              </a:defRPr>
            </a:lvl3pPr>
            <a:lvl4pPr algn="l">
              <a:buNone/>
              <a:defRPr sz="2025" b="1">
                <a:solidFill>
                  <a:srgbClr val="17604E"/>
                </a:solidFill>
                <a:latin typeface="Arial"/>
                <a:ea typeface="Arial"/>
                <a:cs typeface="Arial"/>
              </a:defRPr>
            </a:lvl4pPr>
            <a:lvl5pPr algn="l">
              <a:buNone/>
              <a:defRPr sz="2025" b="1">
                <a:solidFill>
                  <a:srgbClr val="17604E"/>
                </a:solidFill>
                <a:latin typeface="Arial"/>
                <a:ea typeface="Arial"/>
                <a:cs typeface="Arial"/>
              </a:defRPr>
            </a:lvl5pPr>
            <a:lvl6pPr algn="l">
              <a:buNone/>
              <a:defRPr sz="2025" b="1">
                <a:solidFill>
                  <a:srgbClr val="17604E"/>
                </a:solidFill>
                <a:latin typeface="Arial"/>
                <a:ea typeface="Arial"/>
                <a:cs typeface="Arial"/>
              </a:defRPr>
            </a:lvl6pPr>
            <a:lvl7pPr algn="l">
              <a:buNone/>
              <a:defRPr sz="2025" b="1">
                <a:solidFill>
                  <a:srgbClr val="17604E"/>
                </a:solidFill>
                <a:latin typeface="Arial"/>
                <a:ea typeface="Arial"/>
                <a:cs typeface="Arial"/>
              </a:defRPr>
            </a:lvl7pPr>
            <a:lvl8pPr algn="l">
              <a:buNone/>
              <a:defRPr sz="2025" b="1">
                <a:solidFill>
                  <a:srgbClr val="17604E"/>
                </a:solidFill>
                <a:latin typeface="Arial"/>
                <a:ea typeface="Arial"/>
                <a:cs typeface="Arial"/>
              </a:defRPr>
            </a:lvl8pPr>
            <a:lvl9pPr algn="l">
              <a:buNone/>
              <a:defRPr sz="2025" b="1">
                <a:solidFill>
                  <a:srgbClr val="17604E"/>
                </a:solidFill>
                <a:latin typeface="Arial"/>
                <a:ea typeface="Arial"/>
                <a:cs typeface="Arial"/>
              </a:defRPr>
            </a:lvl9pPr>
          </a:lstStyle>
          <a:p xmlns:a="http://schemas.openxmlformats.org/drawingml/2006/main">
            <a:pPr algn="l">
              <a:buNone/>
              <a:defRPr sz="2025" b="1">
                <a:solidFill>
                  <a:srgbClr val="17604E"/>
                </a:solidFill>
                <a:latin typeface="Arial"/>
                <a:ea typeface="Arial"/>
                <a:cs typeface="Arial"/>
              </a:defRPr>
            </a:pPr>
            <a:r>
              <a:rPr sz="2025" b="1">
                <a:solidFill>
                  <a:srgbClr val="17604E"/>
                </a:solidFill>
                <a:latin typeface="Arial"/>
                <a:ea typeface="Arial"/>
                <a:cs typeface="Arial"/>
              </a:rPr>
              <a:t>Revisión recurrente</a:t>
            </a:r>
          </a:p>
        </p:txBody>
      </p:sp>
      <p:sp>
        <p:nvSpPr>
          <p:cNvPr id="10" name="Detección periódica de excedentes y política de reentrenamiento.">
            <a:extLst xmlns:a="http://schemas.openxmlformats.org/drawingml/2006/main">
              <a:ext uri="{FF2B5EF4-FFF2-40B4-BE49-F238E27FC236}">
                <a16:creationId xmlns:a16="http://schemas.microsoft.com/office/drawing/2014/main" id="{2EE2E0F6-AD91-4C7B-868D-68A615DD22F8}"/>
              </a:ext>
            </a:extLst>
          </p:cNvPr>
          <p:cNvSpPr>
            <a:spLocks xmlns:a="http://schemas.openxmlformats.org/drawingml/2006/main" noGrp="1"/>
          </p:cNvSpPr>
          <p:nvPr/>
        </p:nvSpPr>
        <p:spPr>
          <a:xfrm xmlns:a="http://schemas.openxmlformats.org/drawingml/2006/main">
            <a:off x="4019550" y="4410075"/>
            <a:ext cx="7486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211E"/>
                </a:solidFill>
                <a:latin typeface="Arial"/>
                <a:ea typeface="Arial"/>
                <a:cs typeface="Arial"/>
              </a:defRPr>
            </a:defPPr>
            <a:lvl1pPr algn="l">
              <a:buNone/>
              <a:defRPr sz="2025" b="0">
                <a:solidFill>
                  <a:srgbClr val="18211E"/>
                </a:solidFill>
                <a:latin typeface="Arial"/>
                <a:ea typeface="Arial"/>
                <a:cs typeface="Arial"/>
              </a:defRPr>
            </a:lvl1pPr>
            <a:lvl2pPr algn="l">
              <a:buNone/>
              <a:defRPr sz="2025" b="0">
                <a:solidFill>
                  <a:srgbClr val="18211E"/>
                </a:solidFill>
                <a:latin typeface="Arial"/>
                <a:ea typeface="Arial"/>
                <a:cs typeface="Arial"/>
              </a:defRPr>
            </a:lvl2pPr>
            <a:lvl3pPr algn="l">
              <a:buNone/>
              <a:defRPr sz="2025" b="0">
                <a:solidFill>
                  <a:srgbClr val="18211E"/>
                </a:solidFill>
                <a:latin typeface="Arial"/>
                <a:ea typeface="Arial"/>
                <a:cs typeface="Arial"/>
              </a:defRPr>
            </a:lvl3pPr>
            <a:lvl4pPr algn="l">
              <a:buNone/>
              <a:defRPr sz="2025" b="0">
                <a:solidFill>
                  <a:srgbClr val="18211E"/>
                </a:solidFill>
                <a:latin typeface="Arial"/>
                <a:ea typeface="Arial"/>
                <a:cs typeface="Arial"/>
              </a:defRPr>
            </a:lvl4pPr>
            <a:lvl5pPr algn="l">
              <a:buNone/>
              <a:defRPr sz="2025" b="0">
                <a:solidFill>
                  <a:srgbClr val="18211E"/>
                </a:solidFill>
                <a:latin typeface="Arial"/>
                <a:ea typeface="Arial"/>
                <a:cs typeface="Arial"/>
              </a:defRPr>
            </a:lvl5pPr>
            <a:lvl6pPr algn="l">
              <a:buNone/>
              <a:defRPr sz="2025" b="0">
                <a:solidFill>
                  <a:srgbClr val="18211E"/>
                </a:solidFill>
                <a:latin typeface="Arial"/>
                <a:ea typeface="Arial"/>
                <a:cs typeface="Arial"/>
              </a:defRPr>
            </a:lvl6pPr>
            <a:lvl7pPr algn="l">
              <a:buNone/>
              <a:defRPr sz="2025" b="0">
                <a:solidFill>
                  <a:srgbClr val="18211E"/>
                </a:solidFill>
                <a:latin typeface="Arial"/>
                <a:ea typeface="Arial"/>
                <a:cs typeface="Arial"/>
              </a:defRPr>
            </a:lvl7pPr>
            <a:lvl8pPr algn="l">
              <a:buNone/>
              <a:defRPr sz="2025" b="0">
                <a:solidFill>
                  <a:srgbClr val="18211E"/>
                </a:solidFill>
                <a:latin typeface="Arial"/>
                <a:ea typeface="Arial"/>
                <a:cs typeface="Arial"/>
              </a:defRPr>
            </a:lvl8pPr>
            <a:lvl9pPr algn="l">
              <a:buNone/>
              <a:defRPr sz="2025" b="0">
                <a:solidFill>
                  <a:srgbClr val="18211E"/>
                </a:solidFill>
                <a:latin typeface="Arial"/>
                <a:ea typeface="Arial"/>
                <a:cs typeface="Arial"/>
              </a:defRPr>
            </a:lvl9pPr>
          </a:lstStyle>
          <a:p xmlns:a="http://schemas.openxmlformats.org/drawingml/2006/main">
            <a:pPr algn="l">
              <a:buNone/>
              <a:defRPr sz="2025" b="0">
                <a:solidFill>
                  <a:srgbClr val="18211E"/>
                </a:solidFill>
                <a:latin typeface="Arial"/>
                <a:ea typeface="Arial"/>
                <a:cs typeface="Arial"/>
              </a:defRPr>
            </a:pPr>
            <a:r>
              <a:rPr sz="2025" b="0">
                <a:solidFill>
                  <a:srgbClr val="18211E"/>
                </a:solidFill>
                <a:latin typeface="Arial"/>
                <a:ea typeface="Arial"/>
                <a:cs typeface="Arial"/>
              </a:rPr>
              <a:t>Detección periódica de excedentes y política de reentrenamiento.</a:t>
            </a:r>
          </a:p>
        </p:txBody>
      </p:sp>
      <p:sp>
        <p:nvSpPr>
          <p:cNvPr id="11" name="Nuevos canales">
            <a:extLst xmlns:a="http://schemas.openxmlformats.org/drawingml/2006/main">
              <a:ext uri="{FF2B5EF4-FFF2-40B4-BE49-F238E27FC236}">
                <a16:creationId xmlns:a16="http://schemas.microsoft.com/office/drawing/2014/main" id="{5B4F70A0-3DA9-48AD-8E5A-69CA6453C527}"/>
              </a:ext>
            </a:extLst>
          </p:cNvPr>
          <p:cNvSpPr>
            <a:spLocks xmlns:a="http://schemas.openxmlformats.org/drawingml/2006/main" noGrp="1"/>
          </p:cNvSpPr>
          <p:nvPr/>
        </p:nvSpPr>
        <p:spPr>
          <a:xfrm xmlns:a="http://schemas.openxmlformats.org/drawingml/2006/main">
            <a:off x="685800" y="5105400"/>
            <a:ext cx="3105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604E"/>
                </a:solidFill>
                <a:latin typeface="Arial"/>
                <a:ea typeface="Arial"/>
                <a:cs typeface="Arial"/>
              </a:defRPr>
            </a:defPPr>
            <a:lvl1pPr algn="l">
              <a:buNone/>
              <a:defRPr sz="2025" b="1">
                <a:solidFill>
                  <a:srgbClr val="17604E"/>
                </a:solidFill>
                <a:latin typeface="Arial"/>
                <a:ea typeface="Arial"/>
                <a:cs typeface="Arial"/>
              </a:defRPr>
            </a:lvl1pPr>
            <a:lvl2pPr algn="l">
              <a:buNone/>
              <a:defRPr sz="2025" b="1">
                <a:solidFill>
                  <a:srgbClr val="17604E"/>
                </a:solidFill>
                <a:latin typeface="Arial"/>
                <a:ea typeface="Arial"/>
                <a:cs typeface="Arial"/>
              </a:defRPr>
            </a:lvl2pPr>
            <a:lvl3pPr algn="l">
              <a:buNone/>
              <a:defRPr sz="2025" b="1">
                <a:solidFill>
                  <a:srgbClr val="17604E"/>
                </a:solidFill>
                <a:latin typeface="Arial"/>
                <a:ea typeface="Arial"/>
                <a:cs typeface="Arial"/>
              </a:defRPr>
            </a:lvl3pPr>
            <a:lvl4pPr algn="l">
              <a:buNone/>
              <a:defRPr sz="2025" b="1">
                <a:solidFill>
                  <a:srgbClr val="17604E"/>
                </a:solidFill>
                <a:latin typeface="Arial"/>
                <a:ea typeface="Arial"/>
                <a:cs typeface="Arial"/>
              </a:defRPr>
            </a:lvl4pPr>
            <a:lvl5pPr algn="l">
              <a:buNone/>
              <a:defRPr sz="2025" b="1">
                <a:solidFill>
                  <a:srgbClr val="17604E"/>
                </a:solidFill>
                <a:latin typeface="Arial"/>
                <a:ea typeface="Arial"/>
                <a:cs typeface="Arial"/>
              </a:defRPr>
            </a:lvl5pPr>
            <a:lvl6pPr algn="l">
              <a:buNone/>
              <a:defRPr sz="2025" b="1">
                <a:solidFill>
                  <a:srgbClr val="17604E"/>
                </a:solidFill>
                <a:latin typeface="Arial"/>
                <a:ea typeface="Arial"/>
                <a:cs typeface="Arial"/>
              </a:defRPr>
            </a:lvl6pPr>
            <a:lvl7pPr algn="l">
              <a:buNone/>
              <a:defRPr sz="2025" b="1">
                <a:solidFill>
                  <a:srgbClr val="17604E"/>
                </a:solidFill>
                <a:latin typeface="Arial"/>
                <a:ea typeface="Arial"/>
                <a:cs typeface="Arial"/>
              </a:defRPr>
            </a:lvl7pPr>
            <a:lvl8pPr algn="l">
              <a:buNone/>
              <a:defRPr sz="2025" b="1">
                <a:solidFill>
                  <a:srgbClr val="17604E"/>
                </a:solidFill>
                <a:latin typeface="Arial"/>
                <a:ea typeface="Arial"/>
                <a:cs typeface="Arial"/>
              </a:defRPr>
            </a:lvl8pPr>
            <a:lvl9pPr algn="l">
              <a:buNone/>
              <a:defRPr sz="2025" b="1">
                <a:solidFill>
                  <a:srgbClr val="17604E"/>
                </a:solidFill>
                <a:latin typeface="Arial"/>
                <a:ea typeface="Arial"/>
                <a:cs typeface="Arial"/>
              </a:defRPr>
            </a:lvl9pPr>
          </a:lstStyle>
          <a:p xmlns:a="http://schemas.openxmlformats.org/drawingml/2006/main">
            <a:pPr algn="l">
              <a:buNone/>
              <a:defRPr sz="2025" b="1">
                <a:solidFill>
                  <a:srgbClr val="17604E"/>
                </a:solidFill>
                <a:latin typeface="Arial"/>
                <a:ea typeface="Arial"/>
                <a:cs typeface="Arial"/>
              </a:defRPr>
            </a:pPr>
            <a:r>
              <a:rPr sz="2025" b="1">
                <a:solidFill>
                  <a:srgbClr val="17604E"/>
                </a:solidFill>
                <a:latin typeface="Arial"/>
                <a:ea typeface="Arial"/>
                <a:cs typeface="Arial"/>
              </a:rPr>
              <a:t>Nuevos canales</a:t>
            </a:r>
          </a:p>
        </p:txBody>
      </p:sp>
      <p:sp>
        <p:nvSpPr>
          <p:cNvPr id="12" name="Adaptador WhatsApp y otras integraciones previstas.">
            <a:extLst xmlns:a="http://schemas.openxmlformats.org/drawingml/2006/main">
              <a:ext uri="{FF2B5EF4-FFF2-40B4-BE49-F238E27FC236}">
                <a16:creationId xmlns:a16="http://schemas.microsoft.com/office/drawing/2014/main" id="{B0645199-18CE-4CDA-B5C1-00B1A8B93B7E}"/>
              </a:ext>
            </a:extLst>
          </p:cNvPr>
          <p:cNvSpPr>
            <a:spLocks xmlns:a="http://schemas.openxmlformats.org/drawingml/2006/main" noGrp="1"/>
          </p:cNvSpPr>
          <p:nvPr/>
        </p:nvSpPr>
        <p:spPr>
          <a:xfrm xmlns:a="http://schemas.openxmlformats.org/drawingml/2006/main">
            <a:off x="4019550" y="5105400"/>
            <a:ext cx="74866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211E"/>
                </a:solidFill>
                <a:latin typeface="Arial"/>
                <a:ea typeface="Arial"/>
                <a:cs typeface="Arial"/>
              </a:defRPr>
            </a:defPPr>
            <a:lvl1pPr algn="l">
              <a:buNone/>
              <a:defRPr sz="2025" b="0">
                <a:solidFill>
                  <a:srgbClr val="18211E"/>
                </a:solidFill>
                <a:latin typeface="Arial"/>
                <a:ea typeface="Arial"/>
                <a:cs typeface="Arial"/>
              </a:defRPr>
            </a:lvl1pPr>
            <a:lvl2pPr algn="l">
              <a:buNone/>
              <a:defRPr sz="2025" b="0">
                <a:solidFill>
                  <a:srgbClr val="18211E"/>
                </a:solidFill>
                <a:latin typeface="Arial"/>
                <a:ea typeface="Arial"/>
                <a:cs typeface="Arial"/>
              </a:defRPr>
            </a:lvl2pPr>
            <a:lvl3pPr algn="l">
              <a:buNone/>
              <a:defRPr sz="2025" b="0">
                <a:solidFill>
                  <a:srgbClr val="18211E"/>
                </a:solidFill>
                <a:latin typeface="Arial"/>
                <a:ea typeface="Arial"/>
                <a:cs typeface="Arial"/>
              </a:defRPr>
            </a:lvl3pPr>
            <a:lvl4pPr algn="l">
              <a:buNone/>
              <a:defRPr sz="2025" b="0">
                <a:solidFill>
                  <a:srgbClr val="18211E"/>
                </a:solidFill>
                <a:latin typeface="Arial"/>
                <a:ea typeface="Arial"/>
                <a:cs typeface="Arial"/>
              </a:defRPr>
            </a:lvl4pPr>
            <a:lvl5pPr algn="l">
              <a:buNone/>
              <a:defRPr sz="2025" b="0">
                <a:solidFill>
                  <a:srgbClr val="18211E"/>
                </a:solidFill>
                <a:latin typeface="Arial"/>
                <a:ea typeface="Arial"/>
                <a:cs typeface="Arial"/>
              </a:defRPr>
            </a:lvl5pPr>
            <a:lvl6pPr algn="l">
              <a:buNone/>
              <a:defRPr sz="2025" b="0">
                <a:solidFill>
                  <a:srgbClr val="18211E"/>
                </a:solidFill>
                <a:latin typeface="Arial"/>
                <a:ea typeface="Arial"/>
                <a:cs typeface="Arial"/>
              </a:defRPr>
            </a:lvl6pPr>
            <a:lvl7pPr algn="l">
              <a:buNone/>
              <a:defRPr sz="2025" b="0">
                <a:solidFill>
                  <a:srgbClr val="18211E"/>
                </a:solidFill>
                <a:latin typeface="Arial"/>
                <a:ea typeface="Arial"/>
                <a:cs typeface="Arial"/>
              </a:defRPr>
            </a:lvl7pPr>
            <a:lvl8pPr algn="l">
              <a:buNone/>
              <a:defRPr sz="2025" b="0">
                <a:solidFill>
                  <a:srgbClr val="18211E"/>
                </a:solidFill>
                <a:latin typeface="Arial"/>
                <a:ea typeface="Arial"/>
                <a:cs typeface="Arial"/>
              </a:defRPr>
            </a:lvl8pPr>
            <a:lvl9pPr algn="l">
              <a:buNone/>
              <a:defRPr sz="2025" b="0">
                <a:solidFill>
                  <a:srgbClr val="18211E"/>
                </a:solidFill>
                <a:latin typeface="Arial"/>
                <a:ea typeface="Arial"/>
                <a:cs typeface="Arial"/>
              </a:defRPr>
            </a:lvl9pPr>
          </a:lstStyle>
          <a:p xmlns:a="http://schemas.openxmlformats.org/drawingml/2006/main">
            <a:pPr algn="l">
              <a:buNone/>
              <a:defRPr sz="2025" b="0">
                <a:solidFill>
                  <a:srgbClr val="18211E"/>
                </a:solidFill>
                <a:latin typeface="Arial"/>
                <a:ea typeface="Arial"/>
                <a:cs typeface="Arial"/>
              </a:defRPr>
            </a:pPr>
            <a:r>
              <a:rPr sz="2025" b="0">
                <a:solidFill>
                  <a:srgbClr val="18211E"/>
                </a:solidFill>
                <a:latin typeface="Arial"/>
                <a:ea typeface="Arial"/>
                <a:cs typeface="Arial"/>
              </a:rPr>
              <a:t>Adaptador WhatsApp y otras integraciones previstas.</a:t>
            </a:r>
          </a:p>
        </p:txBody>
      </p:sp>
    </p:spTree>
    <p:extLst>
      <p:ext uri="{BB962C8B-B14F-4D97-AF65-F5344CB8AC3E}">
        <p14:creationId xmlns:p14="http://schemas.microsoft.com/office/powerpoint/2010/main" val="1230950180"/>
      </p:ext>
    </p:extLst>
  </p:cSld>
</p:sld>
</file>

<file path=ppt/slides/slide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Casos de uso y actividad">
            <a:extLst xmlns:a="http://schemas.openxmlformats.org/drawingml/2006/main">
              <a:ext uri="{FF2B5EF4-FFF2-40B4-BE49-F238E27FC236}">
                <a16:creationId xmlns:a16="http://schemas.microsoft.com/office/drawing/2014/main" id="{029E8E01-BECF-466B-AD2C-7709C8B78B18}"/>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E3B31"/>
                </a:solidFill>
                <a:latin typeface="Arial"/>
                <a:ea typeface="Arial"/>
                <a:cs typeface="Arial"/>
              </a:defRPr>
            </a:defPPr>
            <a:lvl1pPr algn="l">
              <a:buNone/>
              <a:defRPr sz="3600" b="1">
                <a:solidFill>
                  <a:srgbClr val="0E3B31"/>
                </a:solidFill>
                <a:latin typeface="Arial"/>
                <a:ea typeface="Arial"/>
                <a:cs typeface="Arial"/>
              </a:defRPr>
            </a:lvl1pPr>
            <a:lvl2pPr algn="l">
              <a:buNone/>
              <a:defRPr sz="3600" b="1">
                <a:solidFill>
                  <a:srgbClr val="0E3B31"/>
                </a:solidFill>
                <a:latin typeface="Arial"/>
                <a:ea typeface="Arial"/>
                <a:cs typeface="Arial"/>
              </a:defRPr>
            </a:lvl2pPr>
            <a:lvl3pPr algn="l">
              <a:buNone/>
              <a:defRPr sz="3600" b="1">
                <a:solidFill>
                  <a:srgbClr val="0E3B31"/>
                </a:solidFill>
                <a:latin typeface="Arial"/>
                <a:ea typeface="Arial"/>
                <a:cs typeface="Arial"/>
              </a:defRPr>
            </a:lvl3pPr>
            <a:lvl4pPr algn="l">
              <a:buNone/>
              <a:defRPr sz="3600" b="1">
                <a:solidFill>
                  <a:srgbClr val="0E3B31"/>
                </a:solidFill>
                <a:latin typeface="Arial"/>
                <a:ea typeface="Arial"/>
                <a:cs typeface="Arial"/>
              </a:defRPr>
            </a:lvl4pPr>
            <a:lvl5pPr algn="l">
              <a:buNone/>
              <a:defRPr sz="3600" b="1">
                <a:solidFill>
                  <a:srgbClr val="0E3B31"/>
                </a:solidFill>
                <a:latin typeface="Arial"/>
                <a:ea typeface="Arial"/>
                <a:cs typeface="Arial"/>
              </a:defRPr>
            </a:lvl5pPr>
            <a:lvl6pPr algn="l">
              <a:buNone/>
              <a:defRPr sz="3600" b="1">
                <a:solidFill>
                  <a:srgbClr val="0E3B31"/>
                </a:solidFill>
                <a:latin typeface="Arial"/>
                <a:ea typeface="Arial"/>
                <a:cs typeface="Arial"/>
              </a:defRPr>
            </a:lvl6pPr>
            <a:lvl7pPr algn="l">
              <a:buNone/>
              <a:defRPr sz="3600" b="1">
                <a:solidFill>
                  <a:srgbClr val="0E3B31"/>
                </a:solidFill>
                <a:latin typeface="Arial"/>
                <a:ea typeface="Arial"/>
                <a:cs typeface="Arial"/>
              </a:defRPr>
            </a:lvl7pPr>
            <a:lvl8pPr algn="l">
              <a:buNone/>
              <a:defRPr sz="3600" b="1">
                <a:solidFill>
                  <a:srgbClr val="0E3B31"/>
                </a:solidFill>
                <a:latin typeface="Arial"/>
                <a:ea typeface="Arial"/>
                <a:cs typeface="Arial"/>
              </a:defRPr>
            </a:lvl8pPr>
            <a:lvl9pPr algn="l">
              <a:buNone/>
              <a:defRPr sz="3600" b="1">
                <a:solidFill>
                  <a:srgbClr val="0E3B31"/>
                </a:solidFill>
                <a:latin typeface="Arial"/>
                <a:ea typeface="Arial"/>
                <a:cs typeface="Arial"/>
              </a:defRPr>
            </a:lvl9pPr>
          </a:lstStyle>
          <a:p xmlns:a="http://schemas.openxmlformats.org/drawingml/2006/main">
            <a:pPr algn="l">
              <a:buNone/>
              <a:defRPr sz="3600" b="1">
                <a:solidFill>
                  <a:srgbClr val="0E3B31"/>
                </a:solidFill>
                <a:latin typeface="Arial"/>
                <a:ea typeface="Arial"/>
                <a:cs typeface="Arial"/>
              </a:defRPr>
            </a:pPr>
            <a:r>
              <a:rPr sz="3600" b="1">
                <a:solidFill>
                  <a:srgbClr val="0E3B31"/>
                </a:solidFill>
                <a:latin typeface="Arial"/>
                <a:ea typeface="Arial"/>
                <a:cs typeface="Arial"/>
              </a:rPr>
              <a:t>Casos de uso y actividad</a:t>
            </a:r>
          </a:p>
        </p:txBody>
      </p:sp>
      <p:sp>
        <p:nvSpPr>
          <p:cNvPr id="2" name="Dos vistas generales a partir de las automatizaciones F01–F06">
            <a:extLst xmlns:a="http://schemas.openxmlformats.org/drawingml/2006/main">
              <a:ext uri="{FF2B5EF4-FFF2-40B4-BE49-F238E27FC236}">
                <a16:creationId xmlns:a16="http://schemas.microsoft.com/office/drawing/2014/main" id="{C2DAEB22-F05B-49B7-A43F-672716D30C95}"/>
              </a:ext>
            </a:extLst>
          </p:cNvPr>
          <p:cNvSpPr>
            <a:spLocks xmlns:a="http://schemas.openxmlformats.org/drawingml/2006/main" noGrp="1"/>
          </p:cNvSpPr>
          <p:nvPr/>
        </p:nvSpPr>
        <p:spPr>
          <a:xfrm xmlns:a="http://schemas.openxmlformats.org/drawingml/2006/main">
            <a:off x="685800" y="1504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B6863"/>
                </a:solidFill>
                <a:latin typeface="Arial"/>
                <a:ea typeface="Arial"/>
                <a:cs typeface="Arial"/>
              </a:defRPr>
            </a:defPPr>
            <a:lvl1pPr algn="l">
              <a:buNone/>
              <a:defRPr sz="2025" b="0">
                <a:solidFill>
                  <a:srgbClr val="5B6863"/>
                </a:solidFill>
                <a:latin typeface="Arial"/>
                <a:ea typeface="Arial"/>
                <a:cs typeface="Arial"/>
              </a:defRPr>
            </a:lvl1pPr>
            <a:lvl2pPr algn="l">
              <a:buNone/>
              <a:defRPr sz="2025" b="0">
                <a:solidFill>
                  <a:srgbClr val="5B6863"/>
                </a:solidFill>
                <a:latin typeface="Arial"/>
                <a:ea typeface="Arial"/>
                <a:cs typeface="Arial"/>
              </a:defRPr>
            </a:lvl2pPr>
            <a:lvl3pPr algn="l">
              <a:buNone/>
              <a:defRPr sz="2025" b="0">
                <a:solidFill>
                  <a:srgbClr val="5B6863"/>
                </a:solidFill>
                <a:latin typeface="Arial"/>
                <a:ea typeface="Arial"/>
                <a:cs typeface="Arial"/>
              </a:defRPr>
            </a:lvl3pPr>
            <a:lvl4pPr algn="l">
              <a:buNone/>
              <a:defRPr sz="2025" b="0">
                <a:solidFill>
                  <a:srgbClr val="5B6863"/>
                </a:solidFill>
                <a:latin typeface="Arial"/>
                <a:ea typeface="Arial"/>
                <a:cs typeface="Arial"/>
              </a:defRPr>
            </a:lvl4pPr>
            <a:lvl5pPr algn="l">
              <a:buNone/>
              <a:defRPr sz="2025" b="0">
                <a:solidFill>
                  <a:srgbClr val="5B6863"/>
                </a:solidFill>
                <a:latin typeface="Arial"/>
                <a:ea typeface="Arial"/>
                <a:cs typeface="Arial"/>
              </a:defRPr>
            </a:lvl5pPr>
            <a:lvl6pPr algn="l">
              <a:buNone/>
              <a:defRPr sz="2025" b="0">
                <a:solidFill>
                  <a:srgbClr val="5B6863"/>
                </a:solidFill>
                <a:latin typeface="Arial"/>
                <a:ea typeface="Arial"/>
                <a:cs typeface="Arial"/>
              </a:defRPr>
            </a:lvl6pPr>
            <a:lvl7pPr algn="l">
              <a:buNone/>
              <a:defRPr sz="2025" b="0">
                <a:solidFill>
                  <a:srgbClr val="5B6863"/>
                </a:solidFill>
                <a:latin typeface="Arial"/>
                <a:ea typeface="Arial"/>
                <a:cs typeface="Arial"/>
              </a:defRPr>
            </a:lvl7pPr>
            <a:lvl8pPr algn="l">
              <a:buNone/>
              <a:defRPr sz="2025" b="0">
                <a:solidFill>
                  <a:srgbClr val="5B6863"/>
                </a:solidFill>
                <a:latin typeface="Arial"/>
                <a:ea typeface="Arial"/>
                <a:cs typeface="Arial"/>
              </a:defRPr>
            </a:lvl8pPr>
            <a:lvl9pPr algn="l">
              <a:buNone/>
              <a:defRPr sz="2025" b="0">
                <a:solidFill>
                  <a:srgbClr val="5B6863"/>
                </a:solidFill>
                <a:latin typeface="Arial"/>
                <a:ea typeface="Arial"/>
                <a:cs typeface="Arial"/>
              </a:defRPr>
            </a:lvl9pPr>
          </a:lstStyle>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Dos vistas generales a partir de las automatizaciones F01–F06</a:t>
            </a:r>
          </a:p>
        </p:txBody>
      </p:sp>
      <p:sp>
        <p:nvSpPr>
          <p:cNvPr id="3" name="Casos de uso">
            <a:extLst xmlns:a="http://schemas.openxmlformats.org/drawingml/2006/main">
              <a:ext uri="{FF2B5EF4-FFF2-40B4-BE49-F238E27FC236}">
                <a16:creationId xmlns:a16="http://schemas.microsoft.com/office/drawing/2014/main" id="{F171921F-E4CB-4465-961A-9F2CD18F1B89}"/>
              </a:ext>
            </a:extLst>
          </p:cNvPr>
          <p:cNvSpPr>
            <a:spLocks xmlns:a="http://schemas.openxmlformats.org/drawingml/2006/main" noGrp="1"/>
          </p:cNvSpPr>
          <p:nvPr/>
        </p:nvSpPr>
        <p:spPr>
          <a:xfrm xmlns:a="http://schemas.openxmlformats.org/drawingml/2006/main">
            <a:off x="685800" y="24479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7604E"/>
                </a:solidFill>
                <a:latin typeface="Arial"/>
                <a:ea typeface="Arial"/>
                <a:cs typeface="Arial"/>
              </a:defRPr>
            </a:defPPr>
            <a:lvl1pPr algn="l">
              <a:buNone/>
              <a:defRPr sz="2625" b="1">
                <a:solidFill>
                  <a:srgbClr val="17604E"/>
                </a:solidFill>
                <a:latin typeface="Arial"/>
                <a:ea typeface="Arial"/>
                <a:cs typeface="Arial"/>
              </a:defRPr>
            </a:lvl1pPr>
            <a:lvl2pPr algn="l">
              <a:buNone/>
              <a:defRPr sz="2625" b="1">
                <a:solidFill>
                  <a:srgbClr val="17604E"/>
                </a:solidFill>
                <a:latin typeface="Arial"/>
                <a:ea typeface="Arial"/>
                <a:cs typeface="Arial"/>
              </a:defRPr>
            </a:lvl2pPr>
            <a:lvl3pPr algn="l">
              <a:buNone/>
              <a:defRPr sz="2625" b="1">
                <a:solidFill>
                  <a:srgbClr val="17604E"/>
                </a:solidFill>
                <a:latin typeface="Arial"/>
                <a:ea typeface="Arial"/>
                <a:cs typeface="Arial"/>
              </a:defRPr>
            </a:lvl3pPr>
            <a:lvl4pPr algn="l">
              <a:buNone/>
              <a:defRPr sz="2625" b="1">
                <a:solidFill>
                  <a:srgbClr val="17604E"/>
                </a:solidFill>
                <a:latin typeface="Arial"/>
                <a:ea typeface="Arial"/>
                <a:cs typeface="Arial"/>
              </a:defRPr>
            </a:lvl4pPr>
            <a:lvl5pPr algn="l">
              <a:buNone/>
              <a:defRPr sz="2625" b="1">
                <a:solidFill>
                  <a:srgbClr val="17604E"/>
                </a:solidFill>
                <a:latin typeface="Arial"/>
                <a:ea typeface="Arial"/>
                <a:cs typeface="Arial"/>
              </a:defRPr>
            </a:lvl5pPr>
            <a:lvl6pPr algn="l">
              <a:buNone/>
              <a:defRPr sz="2625" b="1">
                <a:solidFill>
                  <a:srgbClr val="17604E"/>
                </a:solidFill>
                <a:latin typeface="Arial"/>
                <a:ea typeface="Arial"/>
                <a:cs typeface="Arial"/>
              </a:defRPr>
            </a:lvl6pPr>
            <a:lvl7pPr algn="l">
              <a:buNone/>
              <a:defRPr sz="2625" b="1">
                <a:solidFill>
                  <a:srgbClr val="17604E"/>
                </a:solidFill>
                <a:latin typeface="Arial"/>
                <a:ea typeface="Arial"/>
                <a:cs typeface="Arial"/>
              </a:defRPr>
            </a:lvl7pPr>
            <a:lvl8pPr algn="l">
              <a:buNone/>
              <a:defRPr sz="2625" b="1">
                <a:solidFill>
                  <a:srgbClr val="17604E"/>
                </a:solidFill>
                <a:latin typeface="Arial"/>
                <a:ea typeface="Arial"/>
                <a:cs typeface="Arial"/>
              </a:defRPr>
            </a:lvl8pPr>
            <a:lvl9pPr algn="l">
              <a:buNone/>
              <a:defRPr sz="2625" b="1">
                <a:solidFill>
                  <a:srgbClr val="17604E"/>
                </a:solidFill>
                <a:latin typeface="Arial"/>
                <a:ea typeface="Arial"/>
                <a:cs typeface="Arial"/>
              </a:defRPr>
            </a:lvl9pPr>
          </a:lstStyle>
          <a:p xmlns:a="http://schemas.openxmlformats.org/drawingml/2006/main">
            <a:pPr algn="l">
              <a:buNone/>
              <a:defRPr sz="2625" b="1">
                <a:solidFill>
                  <a:srgbClr val="17604E"/>
                </a:solidFill>
                <a:latin typeface="Arial"/>
                <a:ea typeface="Arial"/>
                <a:cs typeface="Arial"/>
              </a:defRPr>
            </a:pPr>
            <a:r>
              <a:rPr sz="2625" b="1">
                <a:solidFill>
                  <a:srgbClr val="17604E"/>
                </a:solidFill>
                <a:latin typeface="Arial"/>
                <a:ea typeface="Arial"/>
                <a:cs typeface="Arial"/>
              </a:rPr>
              <a:t>Casos de uso</a:t>
            </a:r>
          </a:p>
        </p:txBody>
      </p:sp>
      <p:sp>
        <p:nvSpPr>
          <p:cNvPr id="4" name="Quién utiliza FoodSave y qué funciones tiene disponibles.">
            <a:extLst xmlns:a="http://schemas.openxmlformats.org/drawingml/2006/main">
              <a:ext uri="{FF2B5EF4-FFF2-40B4-BE49-F238E27FC236}">
                <a16:creationId xmlns:a16="http://schemas.microsoft.com/office/drawing/2014/main" id="{72FFA761-05F0-4219-8414-9CCE62756D41}"/>
              </a:ext>
            </a:extLst>
          </p:cNvPr>
          <p:cNvSpPr>
            <a:spLocks xmlns:a="http://schemas.openxmlformats.org/drawingml/2006/main" noGrp="1"/>
          </p:cNvSpPr>
          <p:nvPr/>
        </p:nvSpPr>
        <p:spPr>
          <a:xfrm xmlns:a="http://schemas.openxmlformats.org/drawingml/2006/main">
            <a:off x="685800" y="3143250"/>
            <a:ext cx="4953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11E"/>
                </a:solidFill>
                <a:latin typeface="Arial"/>
                <a:ea typeface="Arial"/>
                <a:cs typeface="Arial"/>
              </a:defRPr>
            </a:defPPr>
            <a:lvl1pPr algn="l">
              <a:buNone/>
              <a:defRPr sz="2325" b="0">
                <a:solidFill>
                  <a:srgbClr val="18211E"/>
                </a:solidFill>
                <a:latin typeface="Arial"/>
                <a:ea typeface="Arial"/>
                <a:cs typeface="Arial"/>
              </a:defRPr>
            </a:lvl1pPr>
            <a:lvl2pPr algn="l">
              <a:buNone/>
              <a:defRPr sz="2325" b="0">
                <a:solidFill>
                  <a:srgbClr val="18211E"/>
                </a:solidFill>
                <a:latin typeface="Arial"/>
                <a:ea typeface="Arial"/>
                <a:cs typeface="Arial"/>
              </a:defRPr>
            </a:lvl2pPr>
            <a:lvl3pPr algn="l">
              <a:buNone/>
              <a:defRPr sz="2325" b="0">
                <a:solidFill>
                  <a:srgbClr val="18211E"/>
                </a:solidFill>
                <a:latin typeface="Arial"/>
                <a:ea typeface="Arial"/>
                <a:cs typeface="Arial"/>
              </a:defRPr>
            </a:lvl3pPr>
            <a:lvl4pPr algn="l">
              <a:buNone/>
              <a:defRPr sz="2325" b="0">
                <a:solidFill>
                  <a:srgbClr val="18211E"/>
                </a:solidFill>
                <a:latin typeface="Arial"/>
                <a:ea typeface="Arial"/>
                <a:cs typeface="Arial"/>
              </a:defRPr>
            </a:lvl4pPr>
            <a:lvl5pPr algn="l">
              <a:buNone/>
              <a:defRPr sz="2325" b="0">
                <a:solidFill>
                  <a:srgbClr val="18211E"/>
                </a:solidFill>
                <a:latin typeface="Arial"/>
                <a:ea typeface="Arial"/>
                <a:cs typeface="Arial"/>
              </a:defRPr>
            </a:lvl5pPr>
            <a:lvl6pPr algn="l">
              <a:buNone/>
              <a:defRPr sz="2325" b="0">
                <a:solidFill>
                  <a:srgbClr val="18211E"/>
                </a:solidFill>
                <a:latin typeface="Arial"/>
                <a:ea typeface="Arial"/>
                <a:cs typeface="Arial"/>
              </a:defRPr>
            </a:lvl6pPr>
            <a:lvl7pPr algn="l">
              <a:buNone/>
              <a:defRPr sz="2325" b="0">
                <a:solidFill>
                  <a:srgbClr val="18211E"/>
                </a:solidFill>
                <a:latin typeface="Arial"/>
                <a:ea typeface="Arial"/>
                <a:cs typeface="Arial"/>
              </a:defRPr>
            </a:lvl7pPr>
            <a:lvl8pPr algn="l">
              <a:buNone/>
              <a:defRPr sz="2325" b="0">
                <a:solidFill>
                  <a:srgbClr val="18211E"/>
                </a:solidFill>
                <a:latin typeface="Arial"/>
                <a:ea typeface="Arial"/>
                <a:cs typeface="Arial"/>
              </a:defRPr>
            </a:lvl8pPr>
            <a:lvl9pPr algn="l">
              <a:buNone/>
              <a:defRPr sz="2325" b="0">
                <a:solidFill>
                  <a:srgbClr val="18211E"/>
                </a:solidFill>
                <a:latin typeface="Arial"/>
                <a:ea typeface="Arial"/>
                <a:cs typeface="Arial"/>
              </a:defRPr>
            </a:lvl9pPr>
          </a:lstStyle>
          <a:p xmlns:a="http://schemas.openxmlformats.org/drawingml/2006/main">
            <a:pPr algn="l">
              <a:buNone/>
              <a:defRPr sz="2325" b="0">
                <a:solidFill>
                  <a:srgbClr val="18211E"/>
                </a:solidFill>
                <a:latin typeface="Arial"/>
                <a:ea typeface="Arial"/>
                <a:cs typeface="Arial"/>
              </a:defRPr>
            </a:pPr>
            <a:r>
              <a:rPr sz="2325" b="0">
                <a:solidFill>
                  <a:srgbClr val="18211E"/>
                </a:solidFill>
                <a:latin typeface="Arial"/>
                <a:ea typeface="Arial"/>
                <a:cs typeface="Arial"/>
              </a:rPr>
              <a:t>Quién utiliza FoodSave</a:t>
            </a:r>
          </a:p>
          <a:p xmlns:a="http://schemas.openxmlformats.org/drawingml/2006/main">
            <a:pPr algn="l">
              <a:buNone/>
              <a:defRPr sz="2325" b="0">
                <a:solidFill>
                  <a:srgbClr val="18211E"/>
                </a:solidFill>
                <a:latin typeface="Arial"/>
                <a:ea typeface="Arial"/>
                <a:cs typeface="Arial"/>
              </a:defRPr>
            </a:pPr>
            <a:r>
              <a:rPr sz="2325" b="0">
                <a:solidFill>
                  <a:srgbClr val="18211E"/>
                </a:solidFill>
                <a:latin typeface="Arial"/>
                <a:ea typeface="Arial"/>
                <a:cs typeface="Arial"/>
              </a:rPr>
              <a:t>y qué funciones tiene disponibles.</a:t>
            </a:r>
          </a:p>
        </p:txBody>
      </p:sp>
      <p:sp>
        <p:nvSpPr>
          <p:cNvPr id="5" name="Administrador: configura y decide. Operador: consulta según permi">
            <a:extLst xmlns:a="http://schemas.openxmlformats.org/drawingml/2006/main">
              <a:ext uri="{FF2B5EF4-FFF2-40B4-BE49-F238E27FC236}">
                <a16:creationId xmlns:a16="http://schemas.microsoft.com/office/drawing/2014/main" id="{83796FCD-F3E1-46F1-8968-B78500892F0F}"/>
              </a:ext>
            </a:extLst>
          </p:cNvPr>
          <p:cNvSpPr>
            <a:spLocks xmlns:a="http://schemas.openxmlformats.org/drawingml/2006/main" noGrp="1"/>
          </p:cNvSpPr>
          <p:nvPr/>
        </p:nvSpPr>
        <p:spPr>
          <a:xfrm xmlns:a="http://schemas.openxmlformats.org/drawingml/2006/main">
            <a:off x="685800" y="4476750"/>
            <a:ext cx="4953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B6863"/>
                </a:solidFill>
                <a:latin typeface="Arial"/>
                <a:ea typeface="Arial"/>
                <a:cs typeface="Arial"/>
              </a:defRPr>
            </a:defPPr>
            <a:lvl1pPr algn="l">
              <a:buNone/>
              <a:defRPr sz="2025" b="0">
                <a:solidFill>
                  <a:srgbClr val="5B6863"/>
                </a:solidFill>
                <a:latin typeface="Arial"/>
                <a:ea typeface="Arial"/>
                <a:cs typeface="Arial"/>
              </a:defRPr>
            </a:lvl1pPr>
            <a:lvl2pPr algn="l">
              <a:buNone/>
              <a:defRPr sz="2025" b="0">
                <a:solidFill>
                  <a:srgbClr val="5B6863"/>
                </a:solidFill>
                <a:latin typeface="Arial"/>
                <a:ea typeface="Arial"/>
                <a:cs typeface="Arial"/>
              </a:defRPr>
            </a:lvl2pPr>
            <a:lvl3pPr algn="l">
              <a:buNone/>
              <a:defRPr sz="2025" b="0">
                <a:solidFill>
                  <a:srgbClr val="5B6863"/>
                </a:solidFill>
                <a:latin typeface="Arial"/>
                <a:ea typeface="Arial"/>
                <a:cs typeface="Arial"/>
              </a:defRPr>
            </a:lvl3pPr>
            <a:lvl4pPr algn="l">
              <a:buNone/>
              <a:defRPr sz="2025" b="0">
                <a:solidFill>
                  <a:srgbClr val="5B6863"/>
                </a:solidFill>
                <a:latin typeface="Arial"/>
                <a:ea typeface="Arial"/>
                <a:cs typeface="Arial"/>
              </a:defRPr>
            </a:lvl4pPr>
            <a:lvl5pPr algn="l">
              <a:buNone/>
              <a:defRPr sz="2025" b="0">
                <a:solidFill>
                  <a:srgbClr val="5B6863"/>
                </a:solidFill>
                <a:latin typeface="Arial"/>
                <a:ea typeface="Arial"/>
                <a:cs typeface="Arial"/>
              </a:defRPr>
            </a:lvl5pPr>
            <a:lvl6pPr algn="l">
              <a:buNone/>
              <a:defRPr sz="2025" b="0">
                <a:solidFill>
                  <a:srgbClr val="5B6863"/>
                </a:solidFill>
                <a:latin typeface="Arial"/>
                <a:ea typeface="Arial"/>
                <a:cs typeface="Arial"/>
              </a:defRPr>
            </a:lvl6pPr>
            <a:lvl7pPr algn="l">
              <a:buNone/>
              <a:defRPr sz="2025" b="0">
                <a:solidFill>
                  <a:srgbClr val="5B6863"/>
                </a:solidFill>
                <a:latin typeface="Arial"/>
                <a:ea typeface="Arial"/>
                <a:cs typeface="Arial"/>
              </a:defRPr>
            </a:lvl7pPr>
            <a:lvl8pPr algn="l">
              <a:buNone/>
              <a:defRPr sz="2025" b="0">
                <a:solidFill>
                  <a:srgbClr val="5B6863"/>
                </a:solidFill>
                <a:latin typeface="Arial"/>
                <a:ea typeface="Arial"/>
                <a:cs typeface="Arial"/>
              </a:defRPr>
            </a:lvl8pPr>
            <a:lvl9pPr algn="l">
              <a:buNone/>
              <a:defRPr sz="2025" b="0">
                <a:solidFill>
                  <a:srgbClr val="5B6863"/>
                </a:solidFill>
                <a:latin typeface="Arial"/>
                <a:ea typeface="Arial"/>
                <a:cs typeface="Arial"/>
              </a:defRPr>
            </a:lvl9pPr>
          </a:lstStyle>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Administrador: configura y decide.</a:t>
            </a:r>
          </a:p>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Operador: consulta según permisos.</a:t>
            </a:r>
          </a:p>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Telegram: sistema externo.</a:t>
            </a:r>
          </a:p>
        </p:txBody>
      </p:sp>
      <p:sp>
        <p:nvSpPr>
          <p:cNvPr id="6" name="Diagrama de actividad">
            <a:extLst xmlns:a="http://schemas.openxmlformats.org/drawingml/2006/main">
              <a:ext uri="{FF2B5EF4-FFF2-40B4-BE49-F238E27FC236}">
                <a16:creationId xmlns:a16="http://schemas.microsoft.com/office/drawing/2014/main" id="{CC768A76-3A3F-4F3B-9C23-2F7511506ED8}"/>
              </a:ext>
            </a:extLst>
          </p:cNvPr>
          <p:cNvSpPr>
            <a:spLocks xmlns:a="http://schemas.openxmlformats.org/drawingml/2006/main" noGrp="1"/>
          </p:cNvSpPr>
          <p:nvPr/>
        </p:nvSpPr>
        <p:spPr>
          <a:xfrm xmlns:a="http://schemas.openxmlformats.org/drawingml/2006/main">
            <a:off x="6572250" y="24479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7604E"/>
                </a:solidFill>
                <a:latin typeface="Arial"/>
                <a:ea typeface="Arial"/>
                <a:cs typeface="Arial"/>
              </a:defRPr>
            </a:defPPr>
            <a:lvl1pPr algn="l">
              <a:buNone/>
              <a:defRPr sz="2625" b="1">
                <a:solidFill>
                  <a:srgbClr val="17604E"/>
                </a:solidFill>
                <a:latin typeface="Arial"/>
                <a:ea typeface="Arial"/>
                <a:cs typeface="Arial"/>
              </a:defRPr>
            </a:lvl1pPr>
            <a:lvl2pPr algn="l">
              <a:buNone/>
              <a:defRPr sz="2625" b="1">
                <a:solidFill>
                  <a:srgbClr val="17604E"/>
                </a:solidFill>
                <a:latin typeface="Arial"/>
                <a:ea typeface="Arial"/>
                <a:cs typeface="Arial"/>
              </a:defRPr>
            </a:lvl2pPr>
            <a:lvl3pPr algn="l">
              <a:buNone/>
              <a:defRPr sz="2625" b="1">
                <a:solidFill>
                  <a:srgbClr val="17604E"/>
                </a:solidFill>
                <a:latin typeface="Arial"/>
                <a:ea typeface="Arial"/>
                <a:cs typeface="Arial"/>
              </a:defRPr>
            </a:lvl3pPr>
            <a:lvl4pPr algn="l">
              <a:buNone/>
              <a:defRPr sz="2625" b="1">
                <a:solidFill>
                  <a:srgbClr val="17604E"/>
                </a:solidFill>
                <a:latin typeface="Arial"/>
                <a:ea typeface="Arial"/>
                <a:cs typeface="Arial"/>
              </a:defRPr>
            </a:lvl4pPr>
            <a:lvl5pPr algn="l">
              <a:buNone/>
              <a:defRPr sz="2625" b="1">
                <a:solidFill>
                  <a:srgbClr val="17604E"/>
                </a:solidFill>
                <a:latin typeface="Arial"/>
                <a:ea typeface="Arial"/>
                <a:cs typeface="Arial"/>
              </a:defRPr>
            </a:lvl5pPr>
            <a:lvl6pPr algn="l">
              <a:buNone/>
              <a:defRPr sz="2625" b="1">
                <a:solidFill>
                  <a:srgbClr val="17604E"/>
                </a:solidFill>
                <a:latin typeface="Arial"/>
                <a:ea typeface="Arial"/>
                <a:cs typeface="Arial"/>
              </a:defRPr>
            </a:lvl6pPr>
            <a:lvl7pPr algn="l">
              <a:buNone/>
              <a:defRPr sz="2625" b="1">
                <a:solidFill>
                  <a:srgbClr val="17604E"/>
                </a:solidFill>
                <a:latin typeface="Arial"/>
                <a:ea typeface="Arial"/>
                <a:cs typeface="Arial"/>
              </a:defRPr>
            </a:lvl7pPr>
            <a:lvl8pPr algn="l">
              <a:buNone/>
              <a:defRPr sz="2625" b="1">
                <a:solidFill>
                  <a:srgbClr val="17604E"/>
                </a:solidFill>
                <a:latin typeface="Arial"/>
                <a:ea typeface="Arial"/>
                <a:cs typeface="Arial"/>
              </a:defRPr>
            </a:lvl8pPr>
            <a:lvl9pPr algn="l">
              <a:buNone/>
              <a:defRPr sz="2625" b="1">
                <a:solidFill>
                  <a:srgbClr val="17604E"/>
                </a:solidFill>
                <a:latin typeface="Arial"/>
                <a:ea typeface="Arial"/>
                <a:cs typeface="Arial"/>
              </a:defRPr>
            </a:lvl9pPr>
          </a:lstStyle>
          <a:p xmlns:a="http://schemas.openxmlformats.org/drawingml/2006/main">
            <a:pPr algn="l">
              <a:buNone/>
              <a:defRPr sz="2625" b="1">
                <a:solidFill>
                  <a:srgbClr val="17604E"/>
                </a:solidFill>
                <a:latin typeface="Arial"/>
                <a:ea typeface="Arial"/>
                <a:cs typeface="Arial"/>
              </a:defRPr>
            </a:pPr>
            <a:r>
              <a:rPr sz="2625" b="1">
                <a:solidFill>
                  <a:srgbClr val="17604E"/>
                </a:solidFill>
                <a:latin typeface="Arial"/>
                <a:ea typeface="Arial"/>
                <a:cs typeface="Arial"/>
              </a:rPr>
              <a:t>Diagrama de actividad</a:t>
            </a:r>
          </a:p>
        </p:txBody>
      </p:sp>
      <p:sp>
        <p:nvSpPr>
          <p:cNvPr id="7" name="Qué eventos activan los procesos, qué decisiones toman y cómo ter">
            <a:extLst xmlns:a="http://schemas.openxmlformats.org/drawingml/2006/main">
              <a:ext uri="{FF2B5EF4-FFF2-40B4-BE49-F238E27FC236}">
                <a16:creationId xmlns:a16="http://schemas.microsoft.com/office/drawing/2014/main" id="{69AA9BA3-8326-4828-8F53-CE2677096635}"/>
              </a:ext>
            </a:extLst>
          </p:cNvPr>
          <p:cNvSpPr>
            <a:spLocks xmlns:a="http://schemas.openxmlformats.org/drawingml/2006/main" noGrp="1"/>
          </p:cNvSpPr>
          <p:nvPr/>
        </p:nvSpPr>
        <p:spPr>
          <a:xfrm xmlns:a="http://schemas.openxmlformats.org/drawingml/2006/main">
            <a:off x="6572250" y="3143250"/>
            <a:ext cx="4953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211E"/>
                </a:solidFill>
                <a:latin typeface="Arial"/>
                <a:ea typeface="Arial"/>
                <a:cs typeface="Arial"/>
              </a:defRPr>
            </a:defPPr>
            <a:lvl1pPr algn="l">
              <a:buNone/>
              <a:defRPr sz="2325" b="0">
                <a:solidFill>
                  <a:srgbClr val="18211E"/>
                </a:solidFill>
                <a:latin typeface="Arial"/>
                <a:ea typeface="Arial"/>
                <a:cs typeface="Arial"/>
              </a:defRPr>
            </a:lvl1pPr>
            <a:lvl2pPr algn="l">
              <a:buNone/>
              <a:defRPr sz="2325" b="0">
                <a:solidFill>
                  <a:srgbClr val="18211E"/>
                </a:solidFill>
                <a:latin typeface="Arial"/>
                <a:ea typeface="Arial"/>
                <a:cs typeface="Arial"/>
              </a:defRPr>
            </a:lvl2pPr>
            <a:lvl3pPr algn="l">
              <a:buNone/>
              <a:defRPr sz="2325" b="0">
                <a:solidFill>
                  <a:srgbClr val="18211E"/>
                </a:solidFill>
                <a:latin typeface="Arial"/>
                <a:ea typeface="Arial"/>
                <a:cs typeface="Arial"/>
              </a:defRPr>
            </a:lvl3pPr>
            <a:lvl4pPr algn="l">
              <a:buNone/>
              <a:defRPr sz="2325" b="0">
                <a:solidFill>
                  <a:srgbClr val="18211E"/>
                </a:solidFill>
                <a:latin typeface="Arial"/>
                <a:ea typeface="Arial"/>
                <a:cs typeface="Arial"/>
              </a:defRPr>
            </a:lvl4pPr>
            <a:lvl5pPr algn="l">
              <a:buNone/>
              <a:defRPr sz="2325" b="0">
                <a:solidFill>
                  <a:srgbClr val="18211E"/>
                </a:solidFill>
                <a:latin typeface="Arial"/>
                <a:ea typeface="Arial"/>
                <a:cs typeface="Arial"/>
              </a:defRPr>
            </a:lvl5pPr>
            <a:lvl6pPr algn="l">
              <a:buNone/>
              <a:defRPr sz="2325" b="0">
                <a:solidFill>
                  <a:srgbClr val="18211E"/>
                </a:solidFill>
                <a:latin typeface="Arial"/>
                <a:ea typeface="Arial"/>
                <a:cs typeface="Arial"/>
              </a:defRPr>
            </a:lvl6pPr>
            <a:lvl7pPr algn="l">
              <a:buNone/>
              <a:defRPr sz="2325" b="0">
                <a:solidFill>
                  <a:srgbClr val="18211E"/>
                </a:solidFill>
                <a:latin typeface="Arial"/>
                <a:ea typeface="Arial"/>
                <a:cs typeface="Arial"/>
              </a:defRPr>
            </a:lvl7pPr>
            <a:lvl8pPr algn="l">
              <a:buNone/>
              <a:defRPr sz="2325" b="0">
                <a:solidFill>
                  <a:srgbClr val="18211E"/>
                </a:solidFill>
                <a:latin typeface="Arial"/>
                <a:ea typeface="Arial"/>
                <a:cs typeface="Arial"/>
              </a:defRPr>
            </a:lvl8pPr>
            <a:lvl9pPr algn="l">
              <a:buNone/>
              <a:defRPr sz="2325" b="0">
                <a:solidFill>
                  <a:srgbClr val="18211E"/>
                </a:solidFill>
                <a:latin typeface="Arial"/>
                <a:ea typeface="Arial"/>
                <a:cs typeface="Arial"/>
              </a:defRPr>
            </a:lvl9pPr>
          </a:lstStyle>
          <a:p xmlns:a="http://schemas.openxmlformats.org/drawingml/2006/main">
            <a:pPr algn="l">
              <a:buNone/>
              <a:defRPr sz="2325" b="0">
                <a:solidFill>
                  <a:srgbClr val="18211E"/>
                </a:solidFill>
                <a:latin typeface="Arial"/>
                <a:ea typeface="Arial"/>
                <a:cs typeface="Arial"/>
              </a:defRPr>
            </a:pPr>
            <a:r>
              <a:rPr sz="2325" b="0">
                <a:solidFill>
                  <a:srgbClr val="18211E"/>
                </a:solidFill>
                <a:latin typeface="Arial"/>
                <a:ea typeface="Arial"/>
                <a:cs typeface="Arial"/>
              </a:rPr>
              <a:t>Qué eventos activan los procesos,</a:t>
            </a:r>
          </a:p>
          <a:p xmlns:a="http://schemas.openxmlformats.org/drawingml/2006/main">
            <a:pPr algn="l">
              <a:buNone/>
              <a:defRPr sz="2325" b="0">
                <a:solidFill>
                  <a:srgbClr val="18211E"/>
                </a:solidFill>
                <a:latin typeface="Arial"/>
                <a:ea typeface="Arial"/>
                <a:cs typeface="Arial"/>
              </a:defRPr>
            </a:pPr>
            <a:r>
              <a:rPr sz="2325" b="0">
                <a:solidFill>
                  <a:srgbClr val="18211E"/>
                </a:solidFill>
                <a:latin typeface="Arial"/>
                <a:ea typeface="Arial"/>
                <a:cs typeface="Arial"/>
              </a:rPr>
              <a:t>qué decisiones toman y cómo terminan.</a:t>
            </a:r>
          </a:p>
        </p:txBody>
      </p:sp>
      <p:sp>
        <p:nvSpPr>
          <p:cNvPr id="8" name="Carga o preparación · programación Corrección de venta · ajuste d">
            <a:extLst xmlns:a="http://schemas.openxmlformats.org/drawingml/2006/main">
              <a:ext uri="{FF2B5EF4-FFF2-40B4-BE49-F238E27FC236}">
                <a16:creationId xmlns:a16="http://schemas.microsoft.com/office/drawing/2014/main" id="{3558B6DD-5D3A-497F-9769-F5C63D6540F1}"/>
              </a:ext>
            </a:extLst>
          </p:cNvPr>
          <p:cNvSpPr>
            <a:spLocks xmlns:a="http://schemas.openxmlformats.org/drawingml/2006/main" noGrp="1"/>
          </p:cNvSpPr>
          <p:nvPr/>
        </p:nvSpPr>
        <p:spPr>
          <a:xfrm xmlns:a="http://schemas.openxmlformats.org/drawingml/2006/main">
            <a:off x="6572250" y="4476750"/>
            <a:ext cx="4953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B6863"/>
                </a:solidFill>
                <a:latin typeface="Arial"/>
                <a:ea typeface="Arial"/>
                <a:cs typeface="Arial"/>
              </a:defRPr>
            </a:defPPr>
            <a:lvl1pPr algn="l">
              <a:buNone/>
              <a:defRPr sz="2025" b="0">
                <a:solidFill>
                  <a:srgbClr val="5B6863"/>
                </a:solidFill>
                <a:latin typeface="Arial"/>
                <a:ea typeface="Arial"/>
                <a:cs typeface="Arial"/>
              </a:defRPr>
            </a:lvl1pPr>
            <a:lvl2pPr algn="l">
              <a:buNone/>
              <a:defRPr sz="2025" b="0">
                <a:solidFill>
                  <a:srgbClr val="5B6863"/>
                </a:solidFill>
                <a:latin typeface="Arial"/>
                <a:ea typeface="Arial"/>
                <a:cs typeface="Arial"/>
              </a:defRPr>
            </a:lvl2pPr>
            <a:lvl3pPr algn="l">
              <a:buNone/>
              <a:defRPr sz="2025" b="0">
                <a:solidFill>
                  <a:srgbClr val="5B6863"/>
                </a:solidFill>
                <a:latin typeface="Arial"/>
                <a:ea typeface="Arial"/>
                <a:cs typeface="Arial"/>
              </a:defRPr>
            </a:lvl3pPr>
            <a:lvl4pPr algn="l">
              <a:buNone/>
              <a:defRPr sz="2025" b="0">
                <a:solidFill>
                  <a:srgbClr val="5B6863"/>
                </a:solidFill>
                <a:latin typeface="Arial"/>
                <a:ea typeface="Arial"/>
                <a:cs typeface="Arial"/>
              </a:defRPr>
            </a:lvl4pPr>
            <a:lvl5pPr algn="l">
              <a:buNone/>
              <a:defRPr sz="2025" b="0">
                <a:solidFill>
                  <a:srgbClr val="5B6863"/>
                </a:solidFill>
                <a:latin typeface="Arial"/>
                <a:ea typeface="Arial"/>
                <a:cs typeface="Arial"/>
              </a:defRPr>
            </a:lvl5pPr>
            <a:lvl6pPr algn="l">
              <a:buNone/>
              <a:defRPr sz="2025" b="0">
                <a:solidFill>
                  <a:srgbClr val="5B6863"/>
                </a:solidFill>
                <a:latin typeface="Arial"/>
                <a:ea typeface="Arial"/>
                <a:cs typeface="Arial"/>
              </a:defRPr>
            </a:lvl6pPr>
            <a:lvl7pPr algn="l">
              <a:buNone/>
              <a:defRPr sz="2025" b="0">
                <a:solidFill>
                  <a:srgbClr val="5B6863"/>
                </a:solidFill>
                <a:latin typeface="Arial"/>
                <a:ea typeface="Arial"/>
                <a:cs typeface="Arial"/>
              </a:defRPr>
            </a:lvl7pPr>
            <a:lvl8pPr algn="l">
              <a:buNone/>
              <a:defRPr sz="2025" b="0">
                <a:solidFill>
                  <a:srgbClr val="5B6863"/>
                </a:solidFill>
                <a:latin typeface="Arial"/>
                <a:ea typeface="Arial"/>
                <a:cs typeface="Arial"/>
              </a:defRPr>
            </a:lvl8pPr>
            <a:lvl9pPr algn="l">
              <a:buNone/>
              <a:defRPr sz="2025" b="0">
                <a:solidFill>
                  <a:srgbClr val="5B6863"/>
                </a:solidFill>
                <a:latin typeface="Arial"/>
                <a:ea typeface="Arial"/>
                <a:cs typeface="Arial"/>
              </a:defRPr>
            </a:lvl9pPr>
          </a:lstStyle>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Carga o preparación · programación</a:t>
            </a:r>
          </a:p>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Corrección de venta · ajuste de stock</a:t>
            </a:r>
          </a:p>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Son entradas independientes.</a:t>
            </a:r>
          </a:p>
        </p:txBody>
      </p:sp>
      <p:sp>
        <p:nvSpPr>
          <p:cNvPr id="9" name="UML en PlantUML · diagramas completos en Google Drive">
            <a:extLst xmlns:a="http://schemas.openxmlformats.org/drawingml/2006/main">
              <a:ext uri="{FF2B5EF4-FFF2-40B4-BE49-F238E27FC236}">
                <a16:creationId xmlns:a16="http://schemas.microsoft.com/office/drawing/2014/main" id="{2FC966EE-34B4-401E-BDD3-A7602052FF1D}"/>
              </a:ext>
            </a:extLst>
          </p:cNvPr>
          <p:cNvSpPr>
            <a:spLocks xmlns:a="http://schemas.openxmlformats.org/drawingml/2006/main" noGrp="1"/>
          </p:cNvSpPr>
          <p:nvPr/>
        </p:nvSpPr>
        <p:spPr>
          <a:xfrm xmlns:a="http://schemas.openxmlformats.org/drawingml/2006/main">
            <a:off x="685800" y="61150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7604E"/>
                </a:solidFill>
                <a:latin typeface="Arial"/>
                <a:ea typeface="Arial"/>
                <a:cs typeface="Arial"/>
              </a:defRPr>
            </a:defPPr>
            <a:lvl1pPr algn="l">
              <a:buNone/>
              <a:defRPr sz="1725" b="1">
                <a:solidFill>
                  <a:srgbClr val="17604E"/>
                </a:solidFill>
                <a:latin typeface="Arial"/>
                <a:ea typeface="Arial"/>
                <a:cs typeface="Arial"/>
              </a:defRPr>
            </a:lvl1pPr>
            <a:lvl2pPr algn="l">
              <a:buNone/>
              <a:defRPr sz="1725" b="1">
                <a:solidFill>
                  <a:srgbClr val="17604E"/>
                </a:solidFill>
                <a:latin typeface="Arial"/>
                <a:ea typeface="Arial"/>
                <a:cs typeface="Arial"/>
              </a:defRPr>
            </a:lvl2pPr>
            <a:lvl3pPr algn="l">
              <a:buNone/>
              <a:defRPr sz="1725" b="1">
                <a:solidFill>
                  <a:srgbClr val="17604E"/>
                </a:solidFill>
                <a:latin typeface="Arial"/>
                <a:ea typeface="Arial"/>
                <a:cs typeface="Arial"/>
              </a:defRPr>
            </a:lvl3pPr>
            <a:lvl4pPr algn="l">
              <a:buNone/>
              <a:defRPr sz="1725" b="1">
                <a:solidFill>
                  <a:srgbClr val="17604E"/>
                </a:solidFill>
                <a:latin typeface="Arial"/>
                <a:ea typeface="Arial"/>
                <a:cs typeface="Arial"/>
              </a:defRPr>
            </a:lvl4pPr>
            <a:lvl5pPr algn="l">
              <a:buNone/>
              <a:defRPr sz="1725" b="1">
                <a:solidFill>
                  <a:srgbClr val="17604E"/>
                </a:solidFill>
                <a:latin typeface="Arial"/>
                <a:ea typeface="Arial"/>
                <a:cs typeface="Arial"/>
              </a:defRPr>
            </a:lvl5pPr>
            <a:lvl6pPr algn="l">
              <a:buNone/>
              <a:defRPr sz="1725" b="1">
                <a:solidFill>
                  <a:srgbClr val="17604E"/>
                </a:solidFill>
                <a:latin typeface="Arial"/>
                <a:ea typeface="Arial"/>
                <a:cs typeface="Arial"/>
              </a:defRPr>
            </a:lvl6pPr>
            <a:lvl7pPr algn="l">
              <a:buNone/>
              <a:defRPr sz="1725" b="1">
                <a:solidFill>
                  <a:srgbClr val="17604E"/>
                </a:solidFill>
                <a:latin typeface="Arial"/>
                <a:ea typeface="Arial"/>
                <a:cs typeface="Arial"/>
              </a:defRPr>
            </a:lvl7pPr>
            <a:lvl8pPr algn="l">
              <a:buNone/>
              <a:defRPr sz="1725" b="1">
                <a:solidFill>
                  <a:srgbClr val="17604E"/>
                </a:solidFill>
                <a:latin typeface="Arial"/>
                <a:ea typeface="Arial"/>
                <a:cs typeface="Arial"/>
              </a:defRPr>
            </a:lvl8pPr>
            <a:lvl9pPr algn="l">
              <a:buNone/>
              <a:defRPr sz="1725" b="1">
                <a:solidFill>
                  <a:srgbClr val="17604E"/>
                </a:solidFill>
                <a:latin typeface="Arial"/>
                <a:ea typeface="Arial"/>
                <a:cs typeface="Arial"/>
              </a:defRPr>
            </a:lvl9pPr>
          </a:lstStyle>
          <a:p xmlns:a="http://schemas.openxmlformats.org/drawingml/2006/main">
            <a:pPr algn="l">
              <a:buNone/>
              <a:defRPr sz="1725" b="1">
                <a:solidFill>
                  <a:srgbClr val="17604E"/>
                </a:solidFill>
                <a:latin typeface="Arial"/>
                <a:ea typeface="Arial"/>
                <a:cs typeface="Arial"/>
              </a:defRPr>
            </a:pPr>
            <a:r>
              <a:rPr sz="1725" b="1">
                <a:solidFill>
                  <a:srgbClr val="17604E"/>
                </a:solidFill>
                <a:latin typeface="Arial"/>
                <a:ea typeface="Arial"/>
                <a:cs typeface="Arial"/>
              </a:rPr>
              <a:t>UML en PlantUML · diagramas completos en Google Drive</a:t>
            </a:r>
          </a:p>
        </p:txBody>
      </p:sp>
    </p:spTree>
    <p:extLst>
      <p:ext uri="{BB962C8B-B14F-4D97-AF65-F5344CB8AC3E}">
        <p14:creationId xmlns:p14="http://schemas.microsoft.com/office/powerpoint/2010/main" val="302954657"/>
      </p:ext>
    </p:extLst>
  </p:cSld>
</p:sld>
</file>

<file path=ppt/slides/slide8.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BPMN TO-BE">
            <a:extLst xmlns:a="http://schemas.openxmlformats.org/drawingml/2006/main">
              <a:ext uri="{FF2B5EF4-FFF2-40B4-BE49-F238E27FC236}">
                <a16:creationId xmlns:a16="http://schemas.microsoft.com/office/drawing/2014/main" id="{4BD7B99C-BF97-4A51-92A1-25E01768B0C8}"/>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E3B31"/>
                </a:solidFill>
                <a:latin typeface="Arial"/>
                <a:ea typeface="Arial"/>
                <a:cs typeface="Arial"/>
              </a:defRPr>
            </a:defPPr>
            <a:lvl1pPr algn="l">
              <a:buNone/>
              <a:defRPr sz="3600" b="1">
                <a:solidFill>
                  <a:srgbClr val="0E3B31"/>
                </a:solidFill>
                <a:latin typeface="Arial"/>
                <a:ea typeface="Arial"/>
                <a:cs typeface="Arial"/>
              </a:defRPr>
            </a:lvl1pPr>
            <a:lvl2pPr algn="l">
              <a:buNone/>
              <a:defRPr sz="3600" b="1">
                <a:solidFill>
                  <a:srgbClr val="0E3B31"/>
                </a:solidFill>
                <a:latin typeface="Arial"/>
                <a:ea typeface="Arial"/>
                <a:cs typeface="Arial"/>
              </a:defRPr>
            </a:lvl2pPr>
            <a:lvl3pPr algn="l">
              <a:buNone/>
              <a:defRPr sz="3600" b="1">
                <a:solidFill>
                  <a:srgbClr val="0E3B31"/>
                </a:solidFill>
                <a:latin typeface="Arial"/>
                <a:ea typeface="Arial"/>
                <a:cs typeface="Arial"/>
              </a:defRPr>
            </a:lvl3pPr>
            <a:lvl4pPr algn="l">
              <a:buNone/>
              <a:defRPr sz="3600" b="1">
                <a:solidFill>
                  <a:srgbClr val="0E3B31"/>
                </a:solidFill>
                <a:latin typeface="Arial"/>
                <a:ea typeface="Arial"/>
                <a:cs typeface="Arial"/>
              </a:defRPr>
            </a:lvl4pPr>
            <a:lvl5pPr algn="l">
              <a:buNone/>
              <a:defRPr sz="3600" b="1">
                <a:solidFill>
                  <a:srgbClr val="0E3B31"/>
                </a:solidFill>
                <a:latin typeface="Arial"/>
                <a:ea typeface="Arial"/>
                <a:cs typeface="Arial"/>
              </a:defRPr>
            </a:lvl5pPr>
            <a:lvl6pPr algn="l">
              <a:buNone/>
              <a:defRPr sz="3600" b="1">
                <a:solidFill>
                  <a:srgbClr val="0E3B31"/>
                </a:solidFill>
                <a:latin typeface="Arial"/>
                <a:ea typeface="Arial"/>
                <a:cs typeface="Arial"/>
              </a:defRPr>
            </a:lvl6pPr>
            <a:lvl7pPr algn="l">
              <a:buNone/>
              <a:defRPr sz="3600" b="1">
                <a:solidFill>
                  <a:srgbClr val="0E3B31"/>
                </a:solidFill>
                <a:latin typeface="Arial"/>
                <a:ea typeface="Arial"/>
                <a:cs typeface="Arial"/>
              </a:defRPr>
            </a:lvl7pPr>
            <a:lvl8pPr algn="l">
              <a:buNone/>
              <a:defRPr sz="3600" b="1">
                <a:solidFill>
                  <a:srgbClr val="0E3B31"/>
                </a:solidFill>
                <a:latin typeface="Arial"/>
                <a:ea typeface="Arial"/>
                <a:cs typeface="Arial"/>
              </a:defRPr>
            </a:lvl8pPr>
            <a:lvl9pPr algn="l">
              <a:buNone/>
              <a:defRPr sz="3600" b="1">
                <a:solidFill>
                  <a:srgbClr val="0E3B31"/>
                </a:solidFill>
                <a:latin typeface="Arial"/>
                <a:ea typeface="Arial"/>
                <a:cs typeface="Arial"/>
              </a:defRPr>
            </a:lvl9pPr>
          </a:lstStyle>
          <a:p xmlns:a="http://schemas.openxmlformats.org/drawingml/2006/main">
            <a:pPr algn="l">
              <a:buNone/>
              <a:defRPr sz="3600" b="1">
                <a:solidFill>
                  <a:srgbClr val="0E3B31"/>
                </a:solidFill>
                <a:latin typeface="Arial"/>
                <a:ea typeface="Arial"/>
                <a:cs typeface="Arial"/>
              </a:defRPr>
            </a:pPr>
            <a:r>
              <a:rPr sz="3600" b="1">
                <a:solidFill>
                  <a:srgbClr val="0E3B31"/>
                </a:solidFill>
                <a:latin typeface="Arial"/>
                <a:ea typeface="Arial"/>
                <a:cs typeface="Arial"/>
              </a:rPr>
              <a:t>BPMN TO-BE</a:t>
            </a:r>
          </a:p>
        </p:txBody>
      </p:sp>
      <p:sp>
        <p:nvSpPr>
          <p:cNvPr id="2" name="Seis procesos independientes desarrollados en Bizagi">
            <a:extLst xmlns:a="http://schemas.openxmlformats.org/drawingml/2006/main">
              <a:ext uri="{FF2B5EF4-FFF2-40B4-BE49-F238E27FC236}">
                <a16:creationId xmlns:a16="http://schemas.microsoft.com/office/drawing/2014/main" id="{3F33D153-6C65-42D5-9C8E-E8374D160F8A}"/>
              </a:ext>
            </a:extLst>
          </p:cNvPr>
          <p:cNvSpPr>
            <a:spLocks xmlns:a="http://schemas.openxmlformats.org/drawingml/2006/main" noGrp="1"/>
          </p:cNvSpPr>
          <p:nvPr/>
        </p:nvSpPr>
        <p:spPr>
          <a:xfrm xmlns:a="http://schemas.openxmlformats.org/drawingml/2006/main">
            <a:off x="685800" y="1504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B6863"/>
                </a:solidFill>
                <a:latin typeface="Arial"/>
                <a:ea typeface="Arial"/>
                <a:cs typeface="Arial"/>
              </a:defRPr>
            </a:defPPr>
            <a:lvl1pPr algn="l">
              <a:buNone/>
              <a:defRPr sz="2025" b="0">
                <a:solidFill>
                  <a:srgbClr val="5B6863"/>
                </a:solidFill>
                <a:latin typeface="Arial"/>
                <a:ea typeface="Arial"/>
                <a:cs typeface="Arial"/>
              </a:defRPr>
            </a:lvl1pPr>
            <a:lvl2pPr algn="l">
              <a:buNone/>
              <a:defRPr sz="2025" b="0">
                <a:solidFill>
                  <a:srgbClr val="5B6863"/>
                </a:solidFill>
                <a:latin typeface="Arial"/>
                <a:ea typeface="Arial"/>
                <a:cs typeface="Arial"/>
              </a:defRPr>
            </a:lvl2pPr>
            <a:lvl3pPr algn="l">
              <a:buNone/>
              <a:defRPr sz="2025" b="0">
                <a:solidFill>
                  <a:srgbClr val="5B6863"/>
                </a:solidFill>
                <a:latin typeface="Arial"/>
                <a:ea typeface="Arial"/>
                <a:cs typeface="Arial"/>
              </a:defRPr>
            </a:lvl3pPr>
            <a:lvl4pPr algn="l">
              <a:buNone/>
              <a:defRPr sz="2025" b="0">
                <a:solidFill>
                  <a:srgbClr val="5B6863"/>
                </a:solidFill>
                <a:latin typeface="Arial"/>
                <a:ea typeface="Arial"/>
                <a:cs typeface="Arial"/>
              </a:defRPr>
            </a:lvl4pPr>
            <a:lvl5pPr algn="l">
              <a:buNone/>
              <a:defRPr sz="2025" b="0">
                <a:solidFill>
                  <a:srgbClr val="5B6863"/>
                </a:solidFill>
                <a:latin typeface="Arial"/>
                <a:ea typeface="Arial"/>
                <a:cs typeface="Arial"/>
              </a:defRPr>
            </a:lvl5pPr>
            <a:lvl6pPr algn="l">
              <a:buNone/>
              <a:defRPr sz="2025" b="0">
                <a:solidFill>
                  <a:srgbClr val="5B6863"/>
                </a:solidFill>
                <a:latin typeface="Arial"/>
                <a:ea typeface="Arial"/>
                <a:cs typeface="Arial"/>
              </a:defRPr>
            </a:lvl6pPr>
            <a:lvl7pPr algn="l">
              <a:buNone/>
              <a:defRPr sz="2025" b="0">
                <a:solidFill>
                  <a:srgbClr val="5B6863"/>
                </a:solidFill>
                <a:latin typeface="Arial"/>
                <a:ea typeface="Arial"/>
                <a:cs typeface="Arial"/>
              </a:defRPr>
            </a:lvl7pPr>
            <a:lvl8pPr algn="l">
              <a:buNone/>
              <a:defRPr sz="2025" b="0">
                <a:solidFill>
                  <a:srgbClr val="5B6863"/>
                </a:solidFill>
                <a:latin typeface="Arial"/>
                <a:ea typeface="Arial"/>
                <a:cs typeface="Arial"/>
              </a:defRPr>
            </a:lvl8pPr>
            <a:lvl9pPr algn="l">
              <a:buNone/>
              <a:defRPr sz="2025" b="0">
                <a:solidFill>
                  <a:srgbClr val="5B6863"/>
                </a:solidFill>
                <a:latin typeface="Arial"/>
                <a:ea typeface="Arial"/>
                <a:cs typeface="Arial"/>
              </a:defRPr>
            </a:lvl9pPr>
          </a:lstStyle>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Seis procesos independientes desarrollados en Bizagi</a:t>
            </a:r>
          </a:p>
        </p:txBody>
      </p:sp>
      <p:sp>
        <p:nvSpPr>
          <p:cNvPr id="3" name="El proceso propuesto">
            <a:extLst xmlns:a="http://schemas.openxmlformats.org/drawingml/2006/main">
              <a:ext uri="{FF2B5EF4-FFF2-40B4-BE49-F238E27FC236}">
                <a16:creationId xmlns:a16="http://schemas.microsoft.com/office/drawing/2014/main" id="{85C5B115-E661-4A55-AED3-5DF62A4AC777}"/>
              </a:ext>
            </a:extLst>
          </p:cNvPr>
          <p:cNvSpPr>
            <a:spLocks xmlns:a="http://schemas.openxmlformats.org/drawingml/2006/main" noGrp="1"/>
          </p:cNvSpPr>
          <p:nvPr/>
        </p:nvSpPr>
        <p:spPr>
          <a:xfrm xmlns:a="http://schemas.openxmlformats.org/drawingml/2006/main">
            <a:off x="685800" y="24288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7604E"/>
                </a:solidFill>
                <a:latin typeface="Arial"/>
                <a:ea typeface="Arial"/>
                <a:cs typeface="Arial"/>
              </a:defRPr>
            </a:defPPr>
            <a:lvl1pPr algn="l">
              <a:buNone/>
              <a:defRPr sz="2625" b="1">
                <a:solidFill>
                  <a:srgbClr val="17604E"/>
                </a:solidFill>
                <a:latin typeface="Arial"/>
                <a:ea typeface="Arial"/>
                <a:cs typeface="Arial"/>
              </a:defRPr>
            </a:lvl1pPr>
            <a:lvl2pPr algn="l">
              <a:buNone/>
              <a:defRPr sz="2625" b="1">
                <a:solidFill>
                  <a:srgbClr val="17604E"/>
                </a:solidFill>
                <a:latin typeface="Arial"/>
                <a:ea typeface="Arial"/>
                <a:cs typeface="Arial"/>
              </a:defRPr>
            </a:lvl2pPr>
            <a:lvl3pPr algn="l">
              <a:buNone/>
              <a:defRPr sz="2625" b="1">
                <a:solidFill>
                  <a:srgbClr val="17604E"/>
                </a:solidFill>
                <a:latin typeface="Arial"/>
                <a:ea typeface="Arial"/>
                <a:cs typeface="Arial"/>
              </a:defRPr>
            </a:lvl3pPr>
            <a:lvl4pPr algn="l">
              <a:buNone/>
              <a:defRPr sz="2625" b="1">
                <a:solidFill>
                  <a:srgbClr val="17604E"/>
                </a:solidFill>
                <a:latin typeface="Arial"/>
                <a:ea typeface="Arial"/>
                <a:cs typeface="Arial"/>
              </a:defRPr>
            </a:lvl4pPr>
            <a:lvl5pPr algn="l">
              <a:buNone/>
              <a:defRPr sz="2625" b="1">
                <a:solidFill>
                  <a:srgbClr val="17604E"/>
                </a:solidFill>
                <a:latin typeface="Arial"/>
                <a:ea typeface="Arial"/>
                <a:cs typeface="Arial"/>
              </a:defRPr>
            </a:lvl5pPr>
            <a:lvl6pPr algn="l">
              <a:buNone/>
              <a:defRPr sz="2625" b="1">
                <a:solidFill>
                  <a:srgbClr val="17604E"/>
                </a:solidFill>
                <a:latin typeface="Arial"/>
                <a:ea typeface="Arial"/>
                <a:cs typeface="Arial"/>
              </a:defRPr>
            </a:lvl6pPr>
            <a:lvl7pPr algn="l">
              <a:buNone/>
              <a:defRPr sz="2625" b="1">
                <a:solidFill>
                  <a:srgbClr val="17604E"/>
                </a:solidFill>
                <a:latin typeface="Arial"/>
                <a:ea typeface="Arial"/>
                <a:cs typeface="Arial"/>
              </a:defRPr>
            </a:lvl7pPr>
            <a:lvl8pPr algn="l">
              <a:buNone/>
              <a:defRPr sz="2625" b="1">
                <a:solidFill>
                  <a:srgbClr val="17604E"/>
                </a:solidFill>
                <a:latin typeface="Arial"/>
                <a:ea typeface="Arial"/>
                <a:cs typeface="Arial"/>
              </a:defRPr>
            </a:lvl8pPr>
            <a:lvl9pPr algn="l">
              <a:buNone/>
              <a:defRPr sz="2625" b="1">
                <a:solidFill>
                  <a:srgbClr val="17604E"/>
                </a:solidFill>
                <a:latin typeface="Arial"/>
                <a:ea typeface="Arial"/>
                <a:cs typeface="Arial"/>
              </a:defRPr>
            </a:lvl9pPr>
          </a:lstStyle>
          <a:p xmlns:a="http://schemas.openxmlformats.org/drawingml/2006/main">
            <a:pPr algn="l">
              <a:buNone/>
              <a:defRPr sz="2625" b="1">
                <a:solidFill>
                  <a:srgbClr val="17604E"/>
                </a:solidFill>
                <a:latin typeface="Arial"/>
                <a:ea typeface="Arial"/>
                <a:cs typeface="Arial"/>
              </a:defRPr>
            </a:pPr>
            <a:r>
              <a:rPr sz="2625" b="1">
                <a:solidFill>
                  <a:srgbClr val="17604E"/>
                </a:solidFill>
                <a:latin typeface="Arial"/>
                <a:ea typeface="Arial"/>
                <a:cs typeface="Arial"/>
              </a:rPr>
              <a:t>El proceso propuesto</a:t>
            </a:r>
          </a:p>
        </p:txBody>
      </p:sp>
      <p:sp>
        <p:nvSpPr>
          <p:cNvPr id="4" name="Eventos, tareas, decisiones y mensajes entre participantes. Cada ">
            <a:extLst xmlns:a="http://schemas.openxmlformats.org/drawingml/2006/main">
              <a:ext uri="{FF2B5EF4-FFF2-40B4-BE49-F238E27FC236}">
                <a16:creationId xmlns:a16="http://schemas.microsoft.com/office/drawing/2014/main" id="{162A67C5-DA0F-41F6-8CD6-526C7A88A7A8}"/>
              </a:ext>
            </a:extLst>
          </p:cNvPr>
          <p:cNvSpPr>
            <a:spLocks xmlns:a="http://schemas.openxmlformats.org/drawingml/2006/main" noGrp="1"/>
          </p:cNvSpPr>
          <p:nvPr/>
        </p:nvSpPr>
        <p:spPr>
          <a:xfrm xmlns:a="http://schemas.openxmlformats.org/drawingml/2006/main">
            <a:off x="685800" y="3143250"/>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11E"/>
                </a:solidFill>
                <a:latin typeface="Arial"/>
                <a:ea typeface="Arial"/>
                <a:cs typeface="Arial"/>
              </a:defRPr>
            </a:defPPr>
            <a:lvl1pPr algn="l">
              <a:buNone/>
              <a:defRPr sz="2250" b="0">
                <a:solidFill>
                  <a:srgbClr val="18211E"/>
                </a:solidFill>
                <a:latin typeface="Arial"/>
                <a:ea typeface="Arial"/>
                <a:cs typeface="Arial"/>
              </a:defRPr>
            </a:lvl1pPr>
            <a:lvl2pPr algn="l">
              <a:buNone/>
              <a:defRPr sz="2250" b="0">
                <a:solidFill>
                  <a:srgbClr val="18211E"/>
                </a:solidFill>
                <a:latin typeface="Arial"/>
                <a:ea typeface="Arial"/>
                <a:cs typeface="Arial"/>
              </a:defRPr>
            </a:lvl2pPr>
            <a:lvl3pPr algn="l">
              <a:buNone/>
              <a:defRPr sz="2250" b="0">
                <a:solidFill>
                  <a:srgbClr val="18211E"/>
                </a:solidFill>
                <a:latin typeface="Arial"/>
                <a:ea typeface="Arial"/>
                <a:cs typeface="Arial"/>
              </a:defRPr>
            </a:lvl3pPr>
            <a:lvl4pPr algn="l">
              <a:buNone/>
              <a:defRPr sz="2250" b="0">
                <a:solidFill>
                  <a:srgbClr val="18211E"/>
                </a:solidFill>
                <a:latin typeface="Arial"/>
                <a:ea typeface="Arial"/>
                <a:cs typeface="Arial"/>
              </a:defRPr>
            </a:lvl4pPr>
            <a:lvl5pPr algn="l">
              <a:buNone/>
              <a:defRPr sz="2250" b="0">
                <a:solidFill>
                  <a:srgbClr val="18211E"/>
                </a:solidFill>
                <a:latin typeface="Arial"/>
                <a:ea typeface="Arial"/>
                <a:cs typeface="Arial"/>
              </a:defRPr>
            </a:lvl5pPr>
            <a:lvl6pPr algn="l">
              <a:buNone/>
              <a:defRPr sz="2250" b="0">
                <a:solidFill>
                  <a:srgbClr val="18211E"/>
                </a:solidFill>
                <a:latin typeface="Arial"/>
                <a:ea typeface="Arial"/>
                <a:cs typeface="Arial"/>
              </a:defRPr>
            </a:lvl6pPr>
            <a:lvl7pPr algn="l">
              <a:buNone/>
              <a:defRPr sz="2250" b="0">
                <a:solidFill>
                  <a:srgbClr val="18211E"/>
                </a:solidFill>
                <a:latin typeface="Arial"/>
                <a:ea typeface="Arial"/>
                <a:cs typeface="Arial"/>
              </a:defRPr>
            </a:lvl7pPr>
            <a:lvl8pPr algn="l">
              <a:buNone/>
              <a:defRPr sz="2250" b="0">
                <a:solidFill>
                  <a:srgbClr val="18211E"/>
                </a:solidFill>
                <a:latin typeface="Arial"/>
                <a:ea typeface="Arial"/>
                <a:cs typeface="Arial"/>
              </a:defRPr>
            </a:lvl8pPr>
            <a:lvl9pPr algn="l">
              <a:buNone/>
              <a:defRPr sz="2250" b="0">
                <a:solidFill>
                  <a:srgbClr val="18211E"/>
                </a:solidFill>
                <a:latin typeface="Arial"/>
                <a:ea typeface="Arial"/>
                <a:cs typeface="Arial"/>
              </a:defRPr>
            </a:lvl9pPr>
          </a:lstStyle>
          <a:p xmlns:a="http://schemas.openxmlformats.org/drawingml/2006/main">
            <a:pPr algn="l">
              <a:buNone/>
              <a:defRPr sz="2250" b="0">
                <a:solidFill>
                  <a:srgbClr val="18211E"/>
                </a:solidFill>
                <a:latin typeface="Arial"/>
                <a:ea typeface="Arial"/>
                <a:cs typeface="Arial"/>
              </a:defRPr>
            </a:pPr>
            <a:r>
              <a:rPr sz="2250" b="0">
                <a:solidFill>
                  <a:srgbClr val="18211E"/>
                </a:solidFill>
                <a:latin typeface="Arial"/>
                <a:ea typeface="Arial"/>
                <a:cs typeface="Arial"/>
              </a:rPr>
              <a:t>Eventos, tareas, decisiones</a:t>
            </a:r>
          </a:p>
          <a:p xmlns:a="http://schemas.openxmlformats.org/drawingml/2006/main">
            <a:pPr algn="l">
              <a:buNone/>
              <a:defRPr sz="2250" b="0">
                <a:solidFill>
                  <a:srgbClr val="18211E"/>
                </a:solidFill>
                <a:latin typeface="Arial"/>
                <a:ea typeface="Arial"/>
                <a:cs typeface="Arial"/>
              </a:defRPr>
            </a:pPr>
            <a:r>
              <a:rPr sz="2250" b="0">
                <a:solidFill>
                  <a:srgbClr val="18211E"/>
                </a:solidFill>
                <a:latin typeface="Arial"/>
                <a:ea typeface="Arial"/>
                <a:cs typeface="Arial"/>
              </a:rPr>
              <a:t>y mensajes entre participantes.</a:t>
            </a:r>
          </a:p>
          <a:p xmlns:a="http://schemas.openxmlformats.org/drawingml/2006/main">
            <a:pPr algn="l">
              <a:buNone/>
              <a:defRPr sz="2250" b="0">
                <a:solidFill>
                  <a:srgbClr val="18211E"/>
                </a:solidFill>
                <a:latin typeface="Arial"/>
                <a:ea typeface="Arial"/>
                <a:cs typeface="Arial"/>
              </a:defRPr>
            </a:pPr>
            <a:r>
              <a:rPr sz="2250" b="0">
                <a:solidFill>
                  <a:srgbClr val="18211E"/>
                </a:solidFill>
                <a:latin typeface="Arial"/>
                <a:ea typeface="Arial"/>
                <a:cs typeface="Arial"/>
              </a:rPr>
              <a:t>Cada BPMN desarrolla F01, F02,</a:t>
            </a:r>
          </a:p>
          <a:p xmlns:a="http://schemas.openxmlformats.org/drawingml/2006/main">
            <a:pPr algn="l">
              <a:buNone/>
              <a:defRPr sz="2250" b="0">
                <a:solidFill>
                  <a:srgbClr val="18211E"/>
                </a:solidFill>
                <a:latin typeface="Arial"/>
                <a:ea typeface="Arial"/>
                <a:cs typeface="Arial"/>
              </a:defRPr>
            </a:pPr>
            <a:r>
              <a:rPr sz="2250" b="0">
                <a:solidFill>
                  <a:srgbClr val="18211E"/>
                </a:solidFill>
                <a:latin typeface="Arial"/>
                <a:ea typeface="Arial"/>
                <a:cs typeface="Arial"/>
              </a:rPr>
              <a:t>F03, F04, F05 o F06.</a:t>
            </a:r>
          </a:p>
        </p:txBody>
      </p:sp>
      <p:sp>
        <p:nvSpPr>
          <p:cNvPr id="5" name="Responsabilidades">
            <a:extLst xmlns:a="http://schemas.openxmlformats.org/drawingml/2006/main">
              <a:ext uri="{FF2B5EF4-FFF2-40B4-BE49-F238E27FC236}">
                <a16:creationId xmlns:a16="http://schemas.microsoft.com/office/drawing/2014/main" id="{C3EBA8B9-DA59-47F3-9343-42F8E0861D89}"/>
              </a:ext>
            </a:extLst>
          </p:cNvPr>
          <p:cNvSpPr>
            <a:spLocks xmlns:a="http://schemas.openxmlformats.org/drawingml/2006/main" noGrp="1"/>
          </p:cNvSpPr>
          <p:nvPr/>
        </p:nvSpPr>
        <p:spPr>
          <a:xfrm xmlns:a="http://schemas.openxmlformats.org/drawingml/2006/main">
            <a:off x="6572250" y="24288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7604E"/>
                </a:solidFill>
                <a:latin typeface="Arial"/>
                <a:ea typeface="Arial"/>
                <a:cs typeface="Arial"/>
              </a:defRPr>
            </a:defPPr>
            <a:lvl1pPr algn="l">
              <a:buNone/>
              <a:defRPr sz="2625" b="1">
                <a:solidFill>
                  <a:srgbClr val="17604E"/>
                </a:solidFill>
                <a:latin typeface="Arial"/>
                <a:ea typeface="Arial"/>
                <a:cs typeface="Arial"/>
              </a:defRPr>
            </a:lvl1pPr>
            <a:lvl2pPr algn="l">
              <a:buNone/>
              <a:defRPr sz="2625" b="1">
                <a:solidFill>
                  <a:srgbClr val="17604E"/>
                </a:solidFill>
                <a:latin typeface="Arial"/>
                <a:ea typeface="Arial"/>
                <a:cs typeface="Arial"/>
              </a:defRPr>
            </a:lvl2pPr>
            <a:lvl3pPr algn="l">
              <a:buNone/>
              <a:defRPr sz="2625" b="1">
                <a:solidFill>
                  <a:srgbClr val="17604E"/>
                </a:solidFill>
                <a:latin typeface="Arial"/>
                <a:ea typeface="Arial"/>
                <a:cs typeface="Arial"/>
              </a:defRPr>
            </a:lvl3pPr>
            <a:lvl4pPr algn="l">
              <a:buNone/>
              <a:defRPr sz="2625" b="1">
                <a:solidFill>
                  <a:srgbClr val="17604E"/>
                </a:solidFill>
                <a:latin typeface="Arial"/>
                <a:ea typeface="Arial"/>
                <a:cs typeface="Arial"/>
              </a:defRPr>
            </a:lvl4pPr>
            <a:lvl5pPr algn="l">
              <a:buNone/>
              <a:defRPr sz="2625" b="1">
                <a:solidFill>
                  <a:srgbClr val="17604E"/>
                </a:solidFill>
                <a:latin typeface="Arial"/>
                <a:ea typeface="Arial"/>
                <a:cs typeface="Arial"/>
              </a:defRPr>
            </a:lvl5pPr>
            <a:lvl6pPr algn="l">
              <a:buNone/>
              <a:defRPr sz="2625" b="1">
                <a:solidFill>
                  <a:srgbClr val="17604E"/>
                </a:solidFill>
                <a:latin typeface="Arial"/>
                <a:ea typeface="Arial"/>
                <a:cs typeface="Arial"/>
              </a:defRPr>
            </a:lvl6pPr>
            <a:lvl7pPr algn="l">
              <a:buNone/>
              <a:defRPr sz="2625" b="1">
                <a:solidFill>
                  <a:srgbClr val="17604E"/>
                </a:solidFill>
                <a:latin typeface="Arial"/>
                <a:ea typeface="Arial"/>
                <a:cs typeface="Arial"/>
              </a:defRPr>
            </a:lvl7pPr>
            <a:lvl8pPr algn="l">
              <a:buNone/>
              <a:defRPr sz="2625" b="1">
                <a:solidFill>
                  <a:srgbClr val="17604E"/>
                </a:solidFill>
                <a:latin typeface="Arial"/>
                <a:ea typeface="Arial"/>
                <a:cs typeface="Arial"/>
              </a:defRPr>
            </a:lvl8pPr>
            <a:lvl9pPr algn="l">
              <a:buNone/>
              <a:defRPr sz="2625" b="1">
                <a:solidFill>
                  <a:srgbClr val="17604E"/>
                </a:solidFill>
                <a:latin typeface="Arial"/>
                <a:ea typeface="Arial"/>
                <a:cs typeface="Arial"/>
              </a:defRPr>
            </a:lvl9pPr>
          </a:lstStyle>
          <a:p xmlns:a="http://schemas.openxmlformats.org/drawingml/2006/main">
            <a:pPr algn="l">
              <a:buNone/>
              <a:defRPr sz="2625" b="1">
                <a:solidFill>
                  <a:srgbClr val="17604E"/>
                </a:solidFill>
                <a:latin typeface="Arial"/>
                <a:ea typeface="Arial"/>
                <a:cs typeface="Arial"/>
              </a:defRPr>
            </a:pPr>
            <a:r>
              <a:rPr sz="2625" b="1">
                <a:solidFill>
                  <a:srgbClr val="17604E"/>
                </a:solidFill>
                <a:latin typeface="Arial"/>
                <a:ea typeface="Arial"/>
                <a:cs typeface="Arial"/>
              </a:rPr>
              <a:t>Responsabilidades</a:t>
            </a:r>
          </a:p>
        </p:txBody>
      </p:sp>
      <p:sp>
        <p:nvSpPr>
          <p:cNvPr id="6" name="Personas: configuran, aprueban y confirman lo recibido. FoodSave:">
            <a:extLst xmlns:a="http://schemas.openxmlformats.org/drawingml/2006/main">
              <a:ext uri="{FF2B5EF4-FFF2-40B4-BE49-F238E27FC236}">
                <a16:creationId xmlns:a16="http://schemas.microsoft.com/office/drawing/2014/main" id="{E31DDC48-9214-4B25-B3A9-3ED75AF38182}"/>
              </a:ext>
            </a:extLst>
          </p:cNvPr>
          <p:cNvSpPr>
            <a:spLocks xmlns:a="http://schemas.openxmlformats.org/drawingml/2006/main" noGrp="1"/>
          </p:cNvSpPr>
          <p:nvPr/>
        </p:nvSpPr>
        <p:spPr>
          <a:xfrm xmlns:a="http://schemas.openxmlformats.org/drawingml/2006/main">
            <a:off x="6572250" y="3143250"/>
            <a:ext cx="4953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11E"/>
                </a:solidFill>
                <a:latin typeface="Arial"/>
                <a:ea typeface="Arial"/>
                <a:cs typeface="Arial"/>
              </a:defRPr>
            </a:defPPr>
            <a:lvl1pPr algn="l">
              <a:buNone/>
              <a:defRPr sz="2250" b="0">
                <a:solidFill>
                  <a:srgbClr val="18211E"/>
                </a:solidFill>
                <a:latin typeface="Arial"/>
                <a:ea typeface="Arial"/>
                <a:cs typeface="Arial"/>
              </a:defRPr>
            </a:lvl1pPr>
            <a:lvl2pPr algn="l">
              <a:buNone/>
              <a:defRPr sz="2250" b="0">
                <a:solidFill>
                  <a:srgbClr val="18211E"/>
                </a:solidFill>
                <a:latin typeface="Arial"/>
                <a:ea typeface="Arial"/>
                <a:cs typeface="Arial"/>
              </a:defRPr>
            </a:lvl2pPr>
            <a:lvl3pPr algn="l">
              <a:buNone/>
              <a:defRPr sz="2250" b="0">
                <a:solidFill>
                  <a:srgbClr val="18211E"/>
                </a:solidFill>
                <a:latin typeface="Arial"/>
                <a:ea typeface="Arial"/>
                <a:cs typeface="Arial"/>
              </a:defRPr>
            </a:lvl3pPr>
            <a:lvl4pPr algn="l">
              <a:buNone/>
              <a:defRPr sz="2250" b="0">
                <a:solidFill>
                  <a:srgbClr val="18211E"/>
                </a:solidFill>
                <a:latin typeface="Arial"/>
                <a:ea typeface="Arial"/>
                <a:cs typeface="Arial"/>
              </a:defRPr>
            </a:lvl4pPr>
            <a:lvl5pPr algn="l">
              <a:buNone/>
              <a:defRPr sz="2250" b="0">
                <a:solidFill>
                  <a:srgbClr val="18211E"/>
                </a:solidFill>
                <a:latin typeface="Arial"/>
                <a:ea typeface="Arial"/>
                <a:cs typeface="Arial"/>
              </a:defRPr>
            </a:lvl5pPr>
            <a:lvl6pPr algn="l">
              <a:buNone/>
              <a:defRPr sz="2250" b="0">
                <a:solidFill>
                  <a:srgbClr val="18211E"/>
                </a:solidFill>
                <a:latin typeface="Arial"/>
                <a:ea typeface="Arial"/>
                <a:cs typeface="Arial"/>
              </a:defRPr>
            </a:lvl6pPr>
            <a:lvl7pPr algn="l">
              <a:buNone/>
              <a:defRPr sz="2250" b="0">
                <a:solidFill>
                  <a:srgbClr val="18211E"/>
                </a:solidFill>
                <a:latin typeface="Arial"/>
                <a:ea typeface="Arial"/>
                <a:cs typeface="Arial"/>
              </a:defRPr>
            </a:lvl7pPr>
            <a:lvl8pPr algn="l">
              <a:buNone/>
              <a:defRPr sz="2250" b="0">
                <a:solidFill>
                  <a:srgbClr val="18211E"/>
                </a:solidFill>
                <a:latin typeface="Arial"/>
                <a:ea typeface="Arial"/>
                <a:cs typeface="Arial"/>
              </a:defRPr>
            </a:lvl8pPr>
            <a:lvl9pPr algn="l">
              <a:buNone/>
              <a:defRPr sz="2250" b="0">
                <a:solidFill>
                  <a:srgbClr val="18211E"/>
                </a:solidFill>
                <a:latin typeface="Arial"/>
                <a:ea typeface="Arial"/>
                <a:cs typeface="Arial"/>
              </a:defRPr>
            </a:lvl9pPr>
          </a:lstStyle>
          <a:p xmlns:a="http://schemas.openxmlformats.org/drawingml/2006/main">
            <a:pPr algn="l">
              <a:buNone/>
              <a:defRPr sz="2250" b="0">
                <a:solidFill>
                  <a:srgbClr val="18211E"/>
                </a:solidFill>
                <a:latin typeface="Arial"/>
                <a:ea typeface="Arial"/>
                <a:cs typeface="Arial"/>
              </a:defRPr>
            </a:pPr>
            <a:r>
              <a:rPr sz="2250" b="0">
                <a:solidFill>
                  <a:srgbClr val="18211E"/>
                </a:solidFill>
                <a:latin typeface="Arial"/>
                <a:ea typeface="Arial"/>
                <a:cs typeface="Arial"/>
              </a:rPr>
              <a:t>Personas: configuran, aprueban</a:t>
            </a:r>
          </a:p>
          <a:p xmlns:a="http://schemas.openxmlformats.org/drawingml/2006/main">
            <a:pPr algn="l">
              <a:buNone/>
              <a:defRPr sz="2250" b="0">
                <a:solidFill>
                  <a:srgbClr val="18211E"/>
                </a:solidFill>
                <a:latin typeface="Arial"/>
                <a:ea typeface="Arial"/>
                <a:cs typeface="Arial"/>
              </a:defRPr>
            </a:pPr>
            <a:r>
              <a:rPr sz="2250" b="0">
                <a:solidFill>
                  <a:srgbClr val="18211E"/>
                </a:solidFill>
                <a:latin typeface="Arial"/>
                <a:ea typeface="Arial"/>
                <a:cs typeface="Arial"/>
              </a:rPr>
              <a:t>y confirman lo recibido.</a:t>
            </a:r>
          </a:p>
          <a:p xmlns:a="http://schemas.openxmlformats.org/drawingml/2006/main">
            <a:pPr algn="l">
              <a:buNone/>
              <a:defRPr sz="2250" b="0">
                <a:solidFill>
                  <a:srgbClr val="18211E"/>
                </a:solidFill>
                <a:latin typeface="Arial"/>
                <a:ea typeface="Arial"/>
                <a:cs typeface="Arial"/>
              </a:defRPr>
            </a:pPr>
            <a:r>
              <a:rPr sz="2250" b="0">
                <a:solidFill>
                  <a:srgbClr val="18211E"/>
                </a:solidFill>
                <a:latin typeface="Arial"/>
                <a:ea typeface="Arial"/>
                <a:cs typeface="Arial"/>
              </a:rPr>
              <a:t>FoodSave: calcula y ejecuta tareas.</a:t>
            </a:r>
          </a:p>
          <a:p xmlns:a="http://schemas.openxmlformats.org/drawingml/2006/main">
            <a:pPr algn="l">
              <a:buNone/>
              <a:defRPr sz="2250" b="0">
                <a:solidFill>
                  <a:srgbClr val="18211E"/>
                </a:solidFill>
                <a:latin typeface="Arial"/>
                <a:ea typeface="Arial"/>
                <a:cs typeface="Arial"/>
              </a:defRPr>
            </a:pPr>
            <a:r>
              <a:rPr sz="2250" b="0">
                <a:solidFill>
                  <a:srgbClr val="18211E"/>
                </a:solidFill>
                <a:latin typeface="Arial"/>
                <a:ea typeface="Arial"/>
                <a:cs typeface="Arial"/>
              </a:rPr>
              <a:t>Telegram: transporta el mensaje.</a:t>
            </a:r>
          </a:p>
        </p:txBody>
      </p:sp>
      <p:sp>
        <p:nvSpPr>
          <p:cNvPr id="7" name="Un mensaje enviado no equivale a una entrega recibida ni aumenta ">
            <a:extLst xmlns:a="http://schemas.openxmlformats.org/drawingml/2006/main">
              <a:ext uri="{FF2B5EF4-FFF2-40B4-BE49-F238E27FC236}">
                <a16:creationId xmlns:a16="http://schemas.microsoft.com/office/drawing/2014/main" id="{52D284DB-A523-4401-B565-E3BFA93850CC}"/>
              </a:ext>
            </a:extLst>
          </p:cNvPr>
          <p:cNvSpPr>
            <a:spLocks xmlns:a="http://schemas.openxmlformats.org/drawingml/2006/main" noGrp="1"/>
          </p:cNvSpPr>
          <p:nvPr/>
        </p:nvSpPr>
        <p:spPr>
          <a:xfrm xmlns:a="http://schemas.openxmlformats.org/drawingml/2006/main">
            <a:off x="685800" y="5305425"/>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E3B31"/>
                </a:solidFill>
                <a:latin typeface="Arial"/>
                <a:ea typeface="Arial"/>
                <a:cs typeface="Arial"/>
              </a:defRPr>
            </a:defPPr>
            <a:lvl1pPr algn="l">
              <a:buNone/>
              <a:defRPr sz="2100" b="1">
                <a:solidFill>
                  <a:srgbClr val="0E3B31"/>
                </a:solidFill>
                <a:latin typeface="Arial"/>
                <a:ea typeface="Arial"/>
                <a:cs typeface="Arial"/>
              </a:defRPr>
            </a:lvl1pPr>
            <a:lvl2pPr algn="l">
              <a:buNone/>
              <a:defRPr sz="2100" b="1">
                <a:solidFill>
                  <a:srgbClr val="0E3B31"/>
                </a:solidFill>
                <a:latin typeface="Arial"/>
                <a:ea typeface="Arial"/>
                <a:cs typeface="Arial"/>
              </a:defRPr>
            </a:lvl2pPr>
            <a:lvl3pPr algn="l">
              <a:buNone/>
              <a:defRPr sz="2100" b="1">
                <a:solidFill>
                  <a:srgbClr val="0E3B31"/>
                </a:solidFill>
                <a:latin typeface="Arial"/>
                <a:ea typeface="Arial"/>
                <a:cs typeface="Arial"/>
              </a:defRPr>
            </a:lvl3pPr>
            <a:lvl4pPr algn="l">
              <a:buNone/>
              <a:defRPr sz="2100" b="1">
                <a:solidFill>
                  <a:srgbClr val="0E3B31"/>
                </a:solidFill>
                <a:latin typeface="Arial"/>
                <a:ea typeface="Arial"/>
                <a:cs typeface="Arial"/>
              </a:defRPr>
            </a:lvl4pPr>
            <a:lvl5pPr algn="l">
              <a:buNone/>
              <a:defRPr sz="2100" b="1">
                <a:solidFill>
                  <a:srgbClr val="0E3B31"/>
                </a:solidFill>
                <a:latin typeface="Arial"/>
                <a:ea typeface="Arial"/>
                <a:cs typeface="Arial"/>
              </a:defRPr>
            </a:lvl5pPr>
            <a:lvl6pPr algn="l">
              <a:buNone/>
              <a:defRPr sz="2100" b="1">
                <a:solidFill>
                  <a:srgbClr val="0E3B31"/>
                </a:solidFill>
                <a:latin typeface="Arial"/>
                <a:ea typeface="Arial"/>
                <a:cs typeface="Arial"/>
              </a:defRPr>
            </a:lvl6pPr>
            <a:lvl7pPr algn="l">
              <a:buNone/>
              <a:defRPr sz="2100" b="1">
                <a:solidFill>
                  <a:srgbClr val="0E3B31"/>
                </a:solidFill>
                <a:latin typeface="Arial"/>
                <a:ea typeface="Arial"/>
                <a:cs typeface="Arial"/>
              </a:defRPr>
            </a:lvl7pPr>
            <a:lvl8pPr algn="l">
              <a:buNone/>
              <a:defRPr sz="2100" b="1">
                <a:solidFill>
                  <a:srgbClr val="0E3B31"/>
                </a:solidFill>
                <a:latin typeface="Arial"/>
                <a:ea typeface="Arial"/>
                <a:cs typeface="Arial"/>
              </a:defRPr>
            </a:lvl8pPr>
            <a:lvl9pPr algn="l">
              <a:buNone/>
              <a:defRPr sz="2100" b="1">
                <a:solidFill>
                  <a:srgbClr val="0E3B31"/>
                </a:solidFill>
                <a:latin typeface="Arial"/>
                <a:ea typeface="Arial"/>
                <a:cs typeface="Arial"/>
              </a:defRPr>
            </a:lvl9pPr>
          </a:lstStyle>
          <a:p xmlns:a="http://schemas.openxmlformats.org/drawingml/2006/main">
            <a:pPr algn="l">
              <a:buNone/>
              <a:defRPr sz="2100" b="1">
                <a:solidFill>
                  <a:srgbClr val="0E3B31"/>
                </a:solidFill>
                <a:latin typeface="Arial"/>
                <a:ea typeface="Arial"/>
                <a:cs typeface="Arial"/>
              </a:defRPr>
            </a:pPr>
            <a:r>
              <a:rPr sz="2100" b="1">
                <a:solidFill>
                  <a:srgbClr val="0E3B31"/>
                </a:solidFill>
                <a:latin typeface="Arial"/>
                <a:ea typeface="Arial"/>
                <a:cs typeface="Arial"/>
              </a:rPr>
              <a:t>Un mensaje enviado no equivale a una entrega recibida ni aumenta el stock.</a:t>
            </a:r>
          </a:p>
        </p:txBody>
      </p:sp>
      <p:sp>
        <p:nvSpPr>
          <p:cNvPr id="8" name="BPMN F01–F06 en Bizagi · diagramas completos en Google Drive">
            <a:extLst xmlns:a="http://schemas.openxmlformats.org/drawingml/2006/main">
              <a:ext uri="{FF2B5EF4-FFF2-40B4-BE49-F238E27FC236}">
                <a16:creationId xmlns:a16="http://schemas.microsoft.com/office/drawing/2014/main" id="{1094147D-B55F-435B-8E5D-CA7F0B9097D7}"/>
              </a:ext>
            </a:extLst>
          </p:cNvPr>
          <p:cNvSpPr>
            <a:spLocks xmlns:a="http://schemas.openxmlformats.org/drawingml/2006/main" noGrp="1"/>
          </p:cNvSpPr>
          <p:nvPr/>
        </p:nvSpPr>
        <p:spPr>
          <a:xfrm xmlns:a="http://schemas.openxmlformats.org/drawingml/2006/main">
            <a:off x="685800" y="61150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7604E"/>
                </a:solidFill>
                <a:latin typeface="Arial"/>
                <a:ea typeface="Arial"/>
                <a:cs typeface="Arial"/>
              </a:defRPr>
            </a:defPPr>
            <a:lvl1pPr algn="l">
              <a:buNone/>
              <a:defRPr sz="1725" b="1">
                <a:solidFill>
                  <a:srgbClr val="17604E"/>
                </a:solidFill>
                <a:latin typeface="Arial"/>
                <a:ea typeface="Arial"/>
                <a:cs typeface="Arial"/>
              </a:defRPr>
            </a:lvl1pPr>
            <a:lvl2pPr algn="l">
              <a:buNone/>
              <a:defRPr sz="1725" b="1">
                <a:solidFill>
                  <a:srgbClr val="17604E"/>
                </a:solidFill>
                <a:latin typeface="Arial"/>
                <a:ea typeface="Arial"/>
                <a:cs typeface="Arial"/>
              </a:defRPr>
            </a:lvl2pPr>
            <a:lvl3pPr algn="l">
              <a:buNone/>
              <a:defRPr sz="1725" b="1">
                <a:solidFill>
                  <a:srgbClr val="17604E"/>
                </a:solidFill>
                <a:latin typeface="Arial"/>
                <a:ea typeface="Arial"/>
                <a:cs typeface="Arial"/>
              </a:defRPr>
            </a:lvl3pPr>
            <a:lvl4pPr algn="l">
              <a:buNone/>
              <a:defRPr sz="1725" b="1">
                <a:solidFill>
                  <a:srgbClr val="17604E"/>
                </a:solidFill>
                <a:latin typeface="Arial"/>
                <a:ea typeface="Arial"/>
                <a:cs typeface="Arial"/>
              </a:defRPr>
            </a:lvl4pPr>
            <a:lvl5pPr algn="l">
              <a:buNone/>
              <a:defRPr sz="1725" b="1">
                <a:solidFill>
                  <a:srgbClr val="17604E"/>
                </a:solidFill>
                <a:latin typeface="Arial"/>
                <a:ea typeface="Arial"/>
                <a:cs typeface="Arial"/>
              </a:defRPr>
            </a:lvl5pPr>
            <a:lvl6pPr algn="l">
              <a:buNone/>
              <a:defRPr sz="1725" b="1">
                <a:solidFill>
                  <a:srgbClr val="17604E"/>
                </a:solidFill>
                <a:latin typeface="Arial"/>
                <a:ea typeface="Arial"/>
                <a:cs typeface="Arial"/>
              </a:defRPr>
            </a:lvl6pPr>
            <a:lvl7pPr algn="l">
              <a:buNone/>
              <a:defRPr sz="1725" b="1">
                <a:solidFill>
                  <a:srgbClr val="17604E"/>
                </a:solidFill>
                <a:latin typeface="Arial"/>
                <a:ea typeface="Arial"/>
                <a:cs typeface="Arial"/>
              </a:defRPr>
            </a:lvl7pPr>
            <a:lvl8pPr algn="l">
              <a:buNone/>
              <a:defRPr sz="1725" b="1">
                <a:solidFill>
                  <a:srgbClr val="17604E"/>
                </a:solidFill>
                <a:latin typeface="Arial"/>
                <a:ea typeface="Arial"/>
                <a:cs typeface="Arial"/>
              </a:defRPr>
            </a:lvl8pPr>
            <a:lvl9pPr algn="l">
              <a:buNone/>
              <a:defRPr sz="1725" b="1">
                <a:solidFill>
                  <a:srgbClr val="17604E"/>
                </a:solidFill>
                <a:latin typeface="Arial"/>
                <a:ea typeface="Arial"/>
                <a:cs typeface="Arial"/>
              </a:defRPr>
            </a:lvl9pPr>
          </a:lstStyle>
          <a:p xmlns:a="http://schemas.openxmlformats.org/drawingml/2006/main">
            <a:pPr algn="l">
              <a:buNone/>
              <a:defRPr sz="1725" b="1">
                <a:solidFill>
                  <a:srgbClr val="17604E"/>
                </a:solidFill>
                <a:latin typeface="Arial"/>
                <a:ea typeface="Arial"/>
                <a:cs typeface="Arial"/>
              </a:defRPr>
            </a:pPr>
            <a:r>
              <a:rPr sz="1725" b="1">
                <a:solidFill>
                  <a:srgbClr val="17604E"/>
                </a:solidFill>
                <a:latin typeface="Arial"/>
                <a:ea typeface="Arial"/>
                <a:cs typeface="Arial"/>
              </a:rPr>
              <a:t>BPMN F01–F06 en Bizagi · diagramas completos en Google Drive</a:t>
            </a:r>
          </a:p>
        </p:txBody>
      </p:sp>
    </p:spTree>
    <p:extLst>
      <p:ext uri="{BB962C8B-B14F-4D97-AF65-F5344CB8AC3E}">
        <p14:creationId xmlns:p14="http://schemas.microsoft.com/office/powerpoint/2010/main" val="1548906765"/>
      </p:ext>
    </p:extLst>
  </p:cSld>
</p:sld>
</file>

<file path=ppt/slides/slide9.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5" name="Reglas ECA">
            <a:extLst xmlns:a="http://schemas.openxmlformats.org/drawingml/2006/main">
              <a:ext uri="{FF2B5EF4-FFF2-40B4-BE49-F238E27FC236}">
                <a16:creationId xmlns:a16="http://schemas.microsoft.com/office/drawing/2014/main" id="{6545F895-5052-4F9B-AD5A-B05FA8AFC8B5}"/>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E3B31"/>
                </a:solidFill>
                <a:latin typeface="Arial"/>
                <a:ea typeface="Arial"/>
                <a:cs typeface="Arial"/>
              </a:defRPr>
            </a:defPPr>
            <a:lvl1pPr algn="l">
              <a:buNone/>
              <a:defRPr sz="3600" b="1">
                <a:solidFill>
                  <a:srgbClr val="0E3B31"/>
                </a:solidFill>
                <a:latin typeface="Arial"/>
                <a:ea typeface="Arial"/>
                <a:cs typeface="Arial"/>
              </a:defRPr>
            </a:lvl1pPr>
            <a:lvl2pPr algn="l">
              <a:buNone/>
              <a:defRPr sz="3600" b="1">
                <a:solidFill>
                  <a:srgbClr val="0E3B31"/>
                </a:solidFill>
                <a:latin typeface="Arial"/>
                <a:ea typeface="Arial"/>
                <a:cs typeface="Arial"/>
              </a:defRPr>
            </a:lvl2pPr>
            <a:lvl3pPr algn="l">
              <a:buNone/>
              <a:defRPr sz="3600" b="1">
                <a:solidFill>
                  <a:srgbClr val="0E3B31"/>
                </a:solidFill>
                <a:latin typeface="Arial"/>
                <a:ea typeface="Arial"/>
                <a:cs typeface="Arial"/>
              </a:defRPr>
            </a:lvl3pPr>
            <a:lvl4pPr algn="l">
              <a:buNone/>
              <a:defRPr sz="3600" b="1">
                <a:solidFill>
                  <a:srgbClr val="0E3B31"/>
                </a:solidFill>
                <a:latin typeface="Arial"/>
                <a:ea typeface="Arial"/>
                <a:cs typeface="Arial"/>
              </a:defRPr>
            </a:lvl4pPr>
            <a:lvl5pPr algn="l">
              <a:buNone/>
              <a:defRPr sz="3600" b="1">
                <a:solidFill>
                  <a:srgbClr val="0E3B31"/>
                </a:solidFill>
                <a:latin typeface="Arial"/>
                <a:ea typeface="Arial"/>
                <a:cs typeface="Arial"/>
              </a:defRPr>
            </a:lvl5pPr>
            <a:lvl6pPr algn="l">
              <a:buNone/>
              <a:defRPr sz="3600" b="1">
                <a:solidFill>
                  <a:srgbClr val="0E3B31"/>
                </a:solidFill>
                <a:latin typeface="Arial"/>
                <a:ea typeface="Arial"/>
                <a:cs typeface="Arial"/>
              </a:defRPr>
            </a:lvl6pPr>
            <a:lvl7pPr algn="l">
              <a:buNone/>
              <a:defRPr sz="3600" b="1">
                <a:solidFill>
                  <a:srgbClr val="0E3B31"/>
                </a:solidFill>
                <a:latin typeface="Arial"/>
                <a:ea typeface="Arial"/>
                <a:cs typeface="Arial"/>
              </a:defRPr>
            </a:lvl7pPr>
            <a:lvl8pPr algn="l">
              <a:buNone/>
              <a:defRPr sz="3600" b="1">
                <a:solidFill>
                  <a:srgbClr val="0E3B31"/>
                </a:solidFill>
                <a:latin typeface="Arial"/>
                <a:ea typeface="Arial"/>
                <a:cs typeface="Arial"/>
              </a:defRPr>
            </a:lvl8pPr>
            <a:lvl9pPr algn="l">
              <a:buNone/>
              <a:defRPr sz="3600" b="1">
                <a:solidFill>
                  <a:srgbClr val="0E3B31"/>
                </a:solidFill>
                <a:latin typeface="Arial"/>
                <a:ea typeface="Arial"/>
                <a:cs typeface="Arial"/>
              </a:defRPr>
            </a:lvl9pPr>
          </a:lstStyle>
          <a:p xmlns:a="http://schemas.openxmlformats.org/drawingml/2006/main">
            <a:pPr algn="l">
              <a:buNone/>
              <a:defRPr sz="3600" b="1">
                <a:solidFill>
                  <a:srgbClr val="0E3B31"/>
                </a:solidFill>
                <a:latin typeface="Arial"/>
                <a:ea typeface="Arial"/>
                <a:cs typeface="Arial"/>
              </a:defRPr>
            </a:pPr>
            <a:r>
              <a:rPr sz="3600" b="1">
                <a:solidFill>
                  <a:srgbClr val="0E3B31"/>
                </a:solidFill>
                <a:latin typeface="Arial"/>
                <a:ea typeface="Arial"/>
                <a:cs typeface="Arial"/>
              </a:rPr>
              <a:t>Reglas ECA</a:t>
            </a:r>
          </a:p>
        </p:txBody>
      </p:sp>
      <p:sp>
        <p:nvSpPr>
          <p:cNvPr id="2" name="Evento: qué ocurre · Condición: qué se verifica · Acción: qué eje">
            <a:extLst xmlns:a="http://schemas.openxmlformats.org/drawingml/2006/main">
              <a:ext uri="{FF2B5EF4-FFF2-40B4-BE49-F238E27FC236}">
                <a16:creationId xmlns:a16="http://schemas.microsoft.com/office/drawing/2014/main" id="{696403D5-9EE8-419B-B8E5-02322866B1BA}"/>
              </a:ext>
            </a:extLst>
          </p:cNvPr>
          <p:cNvSpPr>
            <a:spLocks xmlns:a="http://schemas.openxmlformats.org/drawingml/2006/main" noGrp="1"/>
          </p:cNvSpPr>
          <p:nvPr/>
        </p:nvSpPr>
        <p:spPr>
          <a:xfrm xmlns:a="http://schemas.openxmlformats.org/drawingml/2006/main">
            <a:off x="685800" y="1504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B6863"/>
                </a:solidFill>
                <a:latin typeface="Arial"/>
                <a:ea typeface="Arial"/>
                <a:cs typeface="Arial"/>
              </a:defRPr>
            </a:defPPr>
            <a:lvl1pPr algn="l">
              <a:buNone/>
              <a:defRPr sz="2025" b="0">
                <a:solidFill>
                  <a:srgbClr val="5B6863"/>
                </a:solidFill>
                <a:latin typeface="Arial"/>
                <a:ea typeface="Arial"/>
                <a:cs typeface="Arial"/>
              </a:defRPr>
            </a:lvl1pPr>
            <a:lvl2pPr algn="l">
              <a:buNone/>
              <a:defRPr sz="2025" b="0">
                <a:solidFill>
                  <a:srgbClr val="5B6863"/>
                </a:solidFill>
                <a:latin typeface="Arial"/>
                <a:ea typeface="Arial"/>
                <a:cs typeface="Arial"/>
              </a:defRPr>
            </a:lvl2pPr>
            <a:lvl3pPr algn="l">
              <a:buNone/>
              <a:defRPr sz="2025" b="0">
                <a:solidFill>
                  <a:srgbClr val="5B6863"/>
                </a:solidFill>
                <a:latin typeface="Arial"/>
                <a:ea typeface="Arial"/>
                <a:cs typeface="Arial"/>
              </a:defRPr>
            </a:lvl3pPr>
            <a:lvl4pPr algn="l">
              <a:buNone/>
              <a:defRPr sz="2025" b="0">
                <a:solidFill>
                  <a:srgbClr val="5B6863"/>
                </a:solidFill>
                <a:latin typeface="Arial"/>
                <a:ea typeface="Arial"/>
                <a:cs typeface="Arial"/>
              </a:defRPr>
            </a:lvl4pPr>
            <a:lvl5pPr algn="l">
              <a:buNone/>
              <a:defRPr sz="2025" b="0">
                <a:solidFill>
                  <a:srgbClr val="5B6863"/>
                </a:solidFill>
                <a:latin typeface="Arial"/>
                <a:ea typeface="Arial"/>
                <a:cs typeface="Arial"/>
              </a:defRPr>
            </a:lvl5pPr>
            <a:lvl6pPr algn="l">
              <a:buNone/>
              <a:defRPr sz="2025" b="0">
                <a:solidFill>
                  <a:srgbClr val="5B6863"/>
                </a:solidFill>
                <a:latin typeface="Arial"/>
                <a:ea typeface="Arial"/>
                <a:cs typeface="Arial"/>
              </a:defRPr>
            </a:lvl6pPr>
            <a:lvl7pPr algn="l">
              <a:buNone/>
              <a:defRPr sz="2025" b="0">
                <a:solidFill>
                  <a:srgbClr val="5B6863"/>
                </a:solidFill>
                <a:latin typeface="Arial"/>
                <a:ea typeface="Arial"/>
                <a:cs typeface="Arial"/>
              </a:defRPr>
            </a:lvl7pPr>
            <a:lvl8pPr algn="l">
              <a:buNone/>
              <a:defRPr sz="2025" b="0">
                <a:solidFill>
                  <a:srgbClr val="5B6863"/>
                </a:solidFill>
                <a:latin typeface="Arial"/>
                <a:ea typeface="Arial"/>
                <a:cs typeface="Arial"/>
              </a:defRPr>
            </a:lvl8pPr>
            <a:lvl9pPr algn="l">
              <a:buNone/>
              <a:defRPr sz="2025" b="0">
                <a:solidFill>
                  <a:srgbClr val="5B6863"/>
                </a:solidFill>
                <a:latin typeface="Arial"/>
                <a:ea typeface="Arial"/>
                <a:cs typeface="Arial"/>
              </a:defRPr>
            </a:lvl9pPr>
          </a:lstStyle>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Evento: qué ocurre · Condición: qué se verifica · Acción: qué ejecuta FoodSave</a:t>
            </a:r>
          </a:p>
        </p:txBody>
      </p:sp>
      <p:graphicFrame>
        <p:nvGraphicFramePr>
          <p:cNvPr id="3" name="">
            <a:extLst xmlns:a="http://schemas.openxmlformats.org/drawingml/2006/main">
              <a:ext uri="{FF2B5EF4-FFF2-40B4-BE49-F238E27FC236}">
                <a16:creationId xmlns:a16="http://schemas.microsoft.com/office/drawing/2014/main" id="{1F0C5921-9C64-4E8E-BA60-E210EA0ED8FB}"/>
              </a:ext>
            </a:extLst>
          </p:cNvPr>
          <p:cNvGraphicFramePr/>
          <p:nvPr/>
        </p:nvGraphicFramePr>
        <p:xfrm>
          <a:off xmlns:a="http://schemas.openxmlformats.org/drawingml/2006/main" x="685800" y="2400300"/>
          <a:ext xmlns:a="http://schemas.openxmlformats.org/drawingml/2006/main" cx="10820400" cy="3381375"/>
        </p:xfrm>
        <a:graphic xmlns:a="http://schemas.openxmlformats.org/drawingml/2006/main">
          <a:graphicData uri="http://schemas.openxmlformats.org/drawingml/2006/table">
            <a:tbl>
              <a:tblPr firstRow="1" bandRow="0"/>
              <a:tblGrid>
                <a:gridCol w="3143250"/>
                <a:gridCol w="3429000"/>
                <a:gridCol w="4248150"/>
              </a:tblGrid>
              <a:tr h="676275">
                <a:tc>
                  <a:txBody>
                    <a:bodyPr lIns="152400" tIns="133350" rIns="152400" bIns="95250"/>
                    <a:lstStyle/>
                    <a:p>
                      <a:r>
                        <a:rPr sz="1875" b="1">
                          <a:solidFill>
                            <a:srgbClr val="FFFFFF"/>
                          </a:solidFill>
                          <a:latin typeface="Arial"/>
                          <a:ea typeface="Arial"/>
                          <a:cs typeface="Arial"/>
                        </a:rPr>
                        <a:t>Evento</a:t>
                      </a:r>
                    </a:p>
                  </a:txBody>
                  <a:tcPr marL="91440" marR="91440" marT="45720" marB="45720" anchor="ctr">
                    <a:lnL w="9525">
                      <a:solidFill>
                        <a:srgbClr val="DCE3DF"/>
                      </a:solidFill>
                      <a:prstDash val="solid"/>
                    </a:lnL>
                    <a:lnR w="9525">
                      <a:solidFill>
                        <a:srgbClr val="DCE3DF"/>
                      </a:solidFill>
                      <a:prstDash val="solid"/>
                    </a:lnR>
                    <a:lnT w="9525">
                      <a:solidFill>
                        <a:srgbClr val="DCE3DF"/>
                      </a:solidFill>
                      <a:prstDash val="solid"/>
                    </a:lnT>
                    <a:lnB w="9525">
                      <a:solidFill>
                        <a:srgbClr val="DCE3DF"/>
                      </a:solidFill>
                      <a:prstDash val="solid"/>
                    </a:lnB>
                    <a:solidFill>
                      <a:srgbClr val="0E3B31"/>
                    </a:solidFill>
                  </a:tcPr>
                </a:tc>
                <a:tc>
                  <a:txBody>
                    <a:bodyPr lIns="152400" tIns="133350" rIns="152400" bIns="95250"/>
                    <a:lstStyle/>
                    <a:p>
                      <a:r>
                        <a:rPr sz="1875" b="1">
                          <a:solidFill>
                            <a:srgbClr val="FFFFFF"/>
                          </a:solidFill>
                          <a:latin typeface="Arial"/>
                          <a:ea typeface="Arial"/>
                          <a:cs typeface="Arial"/>
                        </a:rPr>
                        <a:t>Condición</a:t>
                      </a:r>
                    </a:p>
                  </a:txBody>
                  <a:tcPr marL="91440" marR="91440" marT="45720" marB="45720" anchor="ctr">
                    <a:lnR w="9525">
                      <a:solidFill>
                        <a:srgbClr val="DCE3DF"/>
                      </a:solidFill>
                      <a:prstDash val="solid"/>
                    </a:lnR>
                    <a:lnT w="9525">
                      <a:solidFill>
                        <a:srgbClr val="DCE3DF"/>
                      </a:solidFill>
                      <a:prstDash val="solid"/>
                    </a:lnT>
                    <a:lnB w="9525">
                      <a:solidFill>
                        <a:srgbClr val="DCE3DF"/>
                      </a:solidFill>
                      <a:prstDash val="solid"/>
                    </a:lnB>
                    <a:solidFill>
                      <a:srgbClr val="0E3B31"/>
                    </a:solidFill>
                  </a:tcPr>
                </a:tc>
                <a:tc>
                  <a:txBody>
                    <a:bodyPr lIns="152400" tIns="133350" rIns="152400" bIns="95250"/>
                    <a:lstStyle/>
                    <a:p>
                      <a:r>
                        <a:rPr sz="1875" b="1">
                          <a:solidFill>
                            <a:srgbClr val="FFFFFF"/>
                          </a:solidFill>
                          <a:latin typeface="Arial"/>
                          <a:ea typeface="Arial"/>
                          <a:cs typeface="Arial"/>
                        </a:rPr>
                        <a:t>Acción</a:t>
                      </a:r>
                    </a:p>
                  </a:txBody>
                  <a:tcPr marL="91440" marR="91440" marT="45720" marB="45720" anchor="ctr">
                    <a:lnR w="9525">
                      <a:solidFill>
                        <a:srgbClr val="DCE3DF"/>
                      </a:solidFill>
                      <a:prstDash val="solid"/>
                    </a:lnR>
                    <a:lnT w="9525">
                      <a:solidFill>
                        <a:srgbClr val="DCE3DF"/>
                      </a:solidFill>
                      <a:prstDash val="solid"/>
                    </a:lnT>
                    <a:lnB w="9525">
                      <a:solidFill>
                        <a:srgbClr val="DCE3DF"/>
                      </a:solidFill>
                      <a:prstDash val="solid"/>
                    </a:lnB>
                    <a:solidFill>
                      <a:srgbClr val="0E3B31"/>
                    </a:solidFill>
                  </a:tcPr>
                </a:tc>
              </a:tr>
              <a:tr h="676275">
                <a:tc>
                  <a:txBody>
                    <a:bodyPr lIns="152400" tIns="133350" rIns="152400" bIns="95250"/>
                    <a:lstStyle/>
                    <a:p>
                      <a:r>
                        <a:rPr sz="1875" b="0">
                          <a:solidFill>
                            <a:srgbClr val="18211E"/>
                          </a:solidFill>
                          <a:latin typeface="Arial"/>
                          <a:ea typeface="Arial"/>
                          <a:cs typeface="Arial"/>
                        </a:rPr>
                        <a:t>Vence una programación</a:t>
                      </a:r>
                    </a:p>
                  </a:txBody>
                  <a:tcPr marL="91440" marR="91440" marT="45720" marB="45720" anchor="ctr">
                    <a:lnL w="9525">
                      <a:solidFill>
                        <a:srgbClr val="DCE3DF"/>
                      </a:solidFill>
                      <a:prstDash val="solid"/>
                    </a:lnL>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875" b="0">
                          <a:solidFill>
                            <a:srgbClr val="18211E"/>
                          </a:solidFill>
                          <a:latin typeface="Arial"/>
                          <a:ea typeface="Arial"/>
                          <a:cs typeface="Arial"/>
                        </a:rPr>
                        <a:t>Está habilitada y es elegible</a:t>
                      </a:r>
                    </a:p>
                  </a:txBody>
                  <a:tcPr marL="91440" marR="91440" marT="45720" marB="45720" anchor="ctr">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875" b="0">
                          <a:solidFill>
                            <a:srgbClr val="18211E"/>
                          </a:solidFill>
                          <a:latin typeface="Arial"/>
                          <a:ea typeface="Arial"/>
                          <a:cs typeface="Arial"/>
                        </a:rPr>
                        <a:t>Generar propuesta de planificación y compras.</a:t>
                      </a:r>
                    </a:p>
                  </a:txBody>
                  <a:tcPr marL="91440" marR="91440" marT="45720" marB="45720" anchor="ctr">
                    <a:lnR w="9525">
                      <a:solidFill>
                        <a:srgbClr val="DCE3DF"/>
                      </a:solidFill>
                      <a:prstDash val="solid"/>
                    </a:lnR>
                    <a:lnB w="9525">
                      <a:solidFill>
                        <a:srgbClr val="DCE3DF"/>
                      </a:solidFill>
                      <a:prstDash val="solid"/>
                    </a:lnB>
                    <a:solidFill>
                      <a:srgbClr val="F5F7F4"/>
                    </a:solidFill>
                  </a:tcPr>
                </a:tc>
              </a:tr>
              <a:tr h="676275">
                <a:tc>
                  <a:txBody>
                    <a:bodyPr lIns="152400" tIns="133350" rIns="152400" bIns="95250"/>
                    <a:lstStyle/>
                    <a:p>
                      <a:r>
                        <a:rPr sz="1875" b="0">
                          <a:solidFill>
                            <a:srgbClr val="18211E"/>
                          </a:solidFill>
                          <a:latin typeface="Arial"/>
                          <a:ea typeface="Arial"/>
                          <a:cs typeface="Arial"/>
                        </a:rPr>
                        <a:t>Se corrige una venta</a:t>
                      </a:r>
                    </a:p>
                  </a:txBody>
                  <a:tcPr marL="91440" marR="91440" marT="45720" marB="45720" anchor="ctr">
                    <a:lnL w="9525">
                      <a:solidFill>
                        <a:srgbClr val="DCE3DF"/>
                      </a:solidFill>
                      <a:prstDash val="solid"/>
                    </a:lnL>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875" b="0">
                          <a:solidFill>
                            <a:srgbClr val="18211E"/>
                          </a:solidFill>
                          <a:latin typeface="Arial"/>
                          <a:ea typeface="Arial"/>
                          <a:cs typeface="Arial"/>
                        </a:rPr>
                        <a:t>Hay pronósticos relacionados</a:t>
                      </a:r>
                    </a:p>
                  </a:txBody>
                  <a:tcPr marL="91440" marR="91440" marT="45720" marB="45720" anchor="ctr">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875" b="0">
                          <a:solidFill>
                            <a:srgbClr val="18211E"/>
                          </a:solidFill>
                          <a:latin typeface="Arial"/>
                          <a:ea typeface="Arial"/>
                          <a:cs typeface="Arial"/>
                        </a:rPr>
                        <a:t>Reservar reevaluaciones con su revisión.</a:t>
                      </a:r>
                    </a:p>
                  </a:txBody>
                  <a:tcPr marL="91440" marR="91440" marT="45720" marB="45720" anchor="ctr">
                    <a:lnR w="9525">
                      <a:solidFill>
                        <a:srgbClr val="DCE3DF"/>
                      </a:solidFill>
                      <a:prstDash val="solid"/>
                    </a:lnR>
                    <a:lnB w="9525">
                      <a:solidFill>
                        <a:srgbClr val="DCE3DF"/>
                      </a:solidFill>
                      <a:prstDash val="solid"/>
                    </a:lnB>
                    <a:solidFill>
                      <a:srgbClr val="F5F7F4"/>
                    </a:solidFill>
                  </a:tcPr>
                </a:tc>
              </a:tr>
              <a:tr h="676275">
                <a:tc>
                  <a:txBody>
                    <a:bodyPr lIns="152400" tIns="133350" rIns="152400" bIns="95250"/>
                    <a:lstStyle/>
                    <a:p>
                      <a:r>
                        <a:rPr sz="1875" b="0">
                          <a:solidFill>
                            <a:srgbClr val="18211E"/>
                          </a:solidFill>
                          <a:latin typeface="Arial"/>
                          <a:ea typeface="Arial"/>
                          <a:cs typeface="Arial"/>
                        </a:rPr>
                        <a:t>Se ajusta stock de producto</a:t>
                      </a:r>
                    </a:p>
                  </a:txBody>
                  <a:tcPr marL="91440" marR="91440" marT="45720" marB="45720" anchor="ctr">
                    <a:lnL w="9525">
                      <a:solidFill>
                        <a:srgbClr val="DCE3DF"/>
                      </a:solidFill>
                      <a:prstDash val="solid"/>
                    </a:lnL>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875" b="0">
                          <a:solidFill>
                            <a:srgbClr val="18211E"/>
                          </a:solidFill>
                          <a:latin typeface="Arial"/>
                          <a:ea typeface="Arial"/>
                          <a:cs typeface="Arial"/>
                        </a:rPr>
                        <a:t>Existe una regla habilitada</a:t>
                      </a:r>
                    </a:p>
                  </a:txBody>
                  <a:tcPr marL="91440" marR="91440" marT="45720" marB="45720" anchor="ctr">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875" b="0">
                          <a:solidFill>
                            <a:srgbClr val="18211E"/>
                          </a:solidFill>
                          <a:latin typeface="Arial"/>
                          <a:ea typeface="Arial"/>
                          <a:cs typeface="Arial"/>
                        </a:rPr>
                        <a:t>Reservar evaluación de promoción.</a:t>
                      </a:r>
                    </a:p>
                  </a:txBody>
                  <a:tcPr marL="91440" marR="91440" marT="45720" marB="45720" anchor="ctr">
                    <a:lnR w="9525">
                      <a:solidFill>
                        <a:srgbClr val="DCE3DF"/>
                      </a:solidFill>
                      <a:prstDash val="solid"/>
                    </a:lnR>
                    <a:lnB w="9525">
                      <a:solidFill>
                        <a:srgbClr val="DCE3DF"/>
                      </a:solidFill>
                      <a:prstDash val="solid"/>
                    </a:lnB>
                    <a:solidFill>
                      <a:srgbClr val="F5F7F4"/>
                    </a:solidFill>
                  </a:tcPr>
                </a:tc>
              </a:tr>
              <a:tr h="676275">
                <a:tc>
                  <a:txBody>
                    <a:bodyPr lIns="152400" tIns="133350" rIns="152400" bIns="95250"/>
                    <a:lstStyle/>
                    <a:p>
                      <a:r>
                        <a:rPr sz="1875" b="0">
                          <a:solidFill>
                            <a:srgbClr val="18211E"/>
                          </a:solidFill>
                          <a:latin typeface="Arial"/>
                          <a:ea typeface="Arial"/>
                          <a:cs typeface="Arial"/>
                        </a:rPr>
                        <a:t>Se autoriza un pedido</a:t>
                      </a:r>
                    </a:p>
                  </a:txBody>
                  <a:tcPr marL="91440" marR="91440" marT="45720" marB="45720" anchor="ctr">
                    <a:lnL w="9525">
                      <a:solidFill>
                        <a:srgbClr val="DCE3DF"/>
                      </a:solidFill>
                      <a:prstDash val="solid"/>
                    </a:lnL>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875" b="0">
                          <a:solidFill>
                            <a:srgbClr val="18211E"/>
                          </a:solidFill>
                          <a:latin typeface="Arial"/>
                          <a:ea typeface="Arial"/>
                          <a:cs typeface="Arial"/>
                        </a:rPr>
                        <a:t>Propuesta y destino válidos</a:t>
                      </a:r>
                    </a:p>
                  </a:txBody>
                  <a:tcPr marL="91440" marR="91440" marT="45720" marB="45720" anchor="ctr">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875" b="0">
                          <a:solidFill>
                            <a:srgbClr val="18211E"/>
                          </a:solidFill>
                          <a:latin typeface="Arial"/>
                          <a:ea typeface="Arial"/>
                          <a:cs typeface="Arial"/>
                        </a:rPr>
                        <a:t>Reservar envío durable por Telegram.</a:t>
                      </a:r>
                    </a:p>
                  </a:txBody>
                  <a:tcPr marL="91440" marR="91440" marT="45720" marB="45720" anchor="ctr">
                    <a:lnR w="9525">
                      <a:solidFill>
                        <a:srgbClr val="DCE3DF"/>
                      </a:solidFill>
                      <a:prstDash val="solid"/>
                    </a:lnR>
                    <a:lnB w="9525">
                      <a:solidFill>
                        <a:srgbClr val="DCE3DF"/>
                      </a:solidFill>
                      <a:prstDash val="solid"/>
                    </a:lnB>
                    <a:solidFill>
                      <a:srgbClr val="F5F7F4"/>
                    </a:solidFill>
                  </a:tcPr>
                </a:tc>
              </a:tr>
            </a:tbl>
          </a:graphicData>
        </a:graphic>
      </p:graphicFrame>
      <p:sp>
        <p:nvSpPr>
          <p:cNvPr id="4" name="Las reglas conservan versiones y evitan repetir el mismo efecto.">
            <a:extLst xmlns:a="http://schemas.openxmlformats.org/drawingml/2006/main">
              <a:ext uri="{FF2B5EF4-FFF2-40B4-BE49-F238E27FC236}">
                <a16:creationId xmlns:a16="http://schemas.microsoft.com/office/drawing/2014/main" id="{E86F5683-D66D-42E8-9D8D-F875E32FE2F3}"/>
              </a:ext>
            </a:extLst>
          </p:cNvPr>
          <p:cNvSpPr>
            <a:spLocks xmlns:a="http://schemas.openxmlformats.org/drawingml/2006/main" noGrp="1"/>
          </p:cNvSpPr>
          <p:nvPr/>
        </p:nvSpPr>
        <p:spPr>
          <a:xfrm xmlns:a="http://schemas.openxmlformats.org/drawingml/2006/main">
            <a:off x="685800" y="61150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604E"/>
                </a:solidFill>
                <a:latin typeface="Arial"/>
                <a:ea typeface="Arial"/>
                <a:cs typeface="Arial"/>
              </a:defRPr>
            </a:defPPr>
            <a:lvl1pPr algn="l">
              <a:buNone/>
              <a:defRPr sz="1875" b="1">
                <a:solidFill>
                  <a:srgbClr val="17604E"/>
                </a:solidFill>
                <a:latin typeface="Arial"/>
                <a:ea typeface="Arial"/>
                <a:cs typeface="Arial"/>
              </a:defRPr>
            </a:lvl1pPr>
            <a:lvl2pPr algn="l">
              <a:buNone/>
              <a:defRPr sz="1875" b="1">
                <a:solidFill>
                  <a:srgbClr val="17604E"/>
                </a:solidFill>
                <a:latin typeface="Arial"/>
                <a:ea typeface="Arial"/>
                <a:cs typeface="Arial"/>
              </a:defRPr>
            </a:lvl2pPr>
            <a:lvl3pPr algn="l">
              <a:buNone/>
              <a:defRPr sz="1875" b="1">
                <a:solidFill>
                  <a:srgbClr val="17604E"/>
                </a:solidFill>
                <a:latin typeface="Arial"/>
                <a:ea typeface="Arial"/>
                <a:cs typeface="Arial"/>
              </a:defRPr>
            </a:lvl3pPr>
            <a:lvl4pPr algn="l">
              <a:buNone/>
              <a:defRPr sz="1875" b="1">
                <a:solidFill>
                  <a:srgbClr val="17604E"/>
                </a:solidFill>
                <a:latin typeface="Arial"/>
                <a:ea typeface="Arial"/>
                <a:cs typeface="Arial"/>
              </a:defRPr>
            </a:lvl4pPr>
            <a:lvl5pPr algn="l">
              <a:buNone/>
              <a:defRPr sz="1875" b="1">
                <a:solidFill>
                  <a:srgbClr val="17604E"/>
                </a:solidFill>
                <a:latin typeface="Arial"/>
                <a:ea typeface="Arial"/>
                <a:cs typeface="Arial"/>
              </a:defRPr>
            </a:lvl5pPr>
            <a:lvl6pPr algn="l">
              <a:buNone/>
              <a:defRPr sz="1875" b="1">
                <a:solidFill>
                  <a:srgbClr val="17604E"/>
                </a:solidFill>
                <a:latin typeface="Arial"/>
                <a:ea typeface="Arial"/>
                <a:cs typeface="Arial"/>
              </a:defRPr>
            </a:lvl6pPr>
            <a:lvl7pPr algn="l">
              <a:buNone/>
              <a:defRPr sz="1875" b="1">
                <a:solidFill>
                  <a:srgbClr val="17604E"/>
                </a:solidFill>
                <a:latin typeface="Arial"/>
                <a:ea typeface="Arial"/>
                <a:cs typeface="Arial"/>
              </a:defRPr>
            </a:lvl7pPr>
            <a:lvl8pPr algn="l">
              <a:buNone/>
              <a:defRPr sz="1875" b="1">
                <a:solidFill>
                  <a:srgbClr val="17604E"/>
                </a:solidFill>
                <a:latin typeface="Arial"/>
                <a:ea typeface="Arial"/>
                <a:cs typeface="Arial"/>
              </a:defRPr>
            </a:lvl8pPr>
            <a:lvl9pPr algn="l">
              <a:buNone/>
              <a:defRPr sz="1875" b="1">
                <a:solidFill>
                  <a:srgbClr val="17604E"/>
                </a:solidFill>
                <a:latin typeface="Arial"/>
                <a:ea typeface="Arial"/>
                <a:cs typeface="Arial"/>
              </a:defRPr>
            </a:lvl9pPr>
          </a:lstStyle>
          <a:p xmlns:a="http://schemas.openxmlformats.org/drawingml/2006/main">
            <a:pPr algn="l">
              <a:buNone/>
              <a:defRPr sz="1875" b="1">
                <a:solidFill>
                  <a:srgbClr val="17604E"/>
                </a:solidFill>
                <a:latin typeface="Arial"/>
                <a:ea typeface="Arial"/>
                <a:cs typeface="Arial"/>
              </a:defRPr>
            </a:pPr>
            <a:r>
              <a:rPr sz="1875" b="1">
                <a:solidFill>
                  <a:srgbClr val="17604E"/>
                </a:solidFill>
                <a:latin typeface="Arial"/>
                <a:ea typeface="Arial"/>
                <a:cs typeface="Arial"/>
              </a:rPr>
              <a:t>Las reglas conservan versiones y evitan repetir el mismo efecto.</a:t>
            </a:r>
          </a:p>
        </p:txBody>
      </p:sp>
    </p:spTree>
    <p:extLst>
      <p:ext uri="{BB962C8B-B14F-4D97-AF65-F5344CB8AC3E}">
        <p14:creationId xmlns:p14="http://schemas.microsoft.com/office/powerpoint/2010/main" val="94344855"/>
      </p:ext>
    </p:extLst>
  </p:cSld>
</p:sld>
</file>

<file path=ppt/slides/slide10.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Arquitectura de FoodSave">
            <a:extLst xmlns:a="http://schemas.openxmlformats.org/drawingml/2006/main">
              <a:ext uri="{FF2B5EF4-FFF2-40B4-BE49-F238E27FC236}">
                <a16:creationId xmlns:a16="http://schemas.microsoft.com/office/drawing/2014/main" id="{CA312CF4-EDF6-4921-B6C1-E96D9D911B3B}"/>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E3B31"/>
                </a:solidFill>
                <a:latin typeface="Arial"/>
                <a:ea typeface="Arial"/>
                <a:cs typeface="Arial"/>
              </a:defRPr>
            </a:defPPr>
            <a:lvl1pPr algn="l">
              <a:buNone/>
              <a:defRPr sz="3600" b="1">
                <a:solidFill>
                  <a:srgbClr val="0E3B31"/>
                </a:solidFill>
                <a:latin typeface="Arial"/>
                <a:ea typeface="Arial"/>
                <a:cs typeface="Arial"/>
              </a:defRPr>
            </a:lvl1pPr>
            <a:lvl2pPr algn="l">
              <a:buNone/>
              <a:defRPr sz="3600" b="1">
                <a:solidFill>
                  <a:srgbClr val="0E3B31"/>
                </a:solidFill>
                <a:latin typeface="Arial"/>
                <a:ea typeface="Arial"/>
                <a:cs typeface="Arial"/>
              </a:defRPr>
            </a:lvl2pPr>
            <a:lvl3pPr algn="l">
              <a:buNone/>
              <a:defRPr sz="3600" b="1">
                <a:solidFill>
                  <a:srgbClr val="0E3B31"/>
                </a:solidFill>
                <a:latin typeface="Arial"/>
                <a:ea typeface="Arial"/>
                <a:cs typeface="Arial"/>
              </a:defRPr>
            </a:lvl3pPr>
            <a:lvl4pPr algn="l">
              <a:buNone/>
              <a:defRPr sz="3600" b="1">
                <a:solidFill>
                  <a:srgbClr val="0E3B31"/>
                </a:solidFill>
                <a:latin typeface="Arial"/>
                <a:ea typeface="Arial"/>
                <a:cs typeface="Arial"/>
              </a:defRPr>
            </a:lvl4pPr>
            <a:lvl5pPr algn="l">
              <a:buNone/>
              <a:defRPr sz="3600" b="1">
                <a:solidFill>
                  <a:srgbClr val="0E3B31"/>
                </a:solidFill>
                <a:latin typeface="Arial"/>
                <a:ea typeface="Arial"/>
                <a:cs typeface="Arial"/>
              </a:defRPr>
            </a:lvl5pPr>
            <a:lvl6pPr algn="l">
              <a:buNone/>
              <a:defRPr sz="3600" b="1">
                <a:solidFill>
                  <a:srgbClr val="0E3B31"/>
                </a:solidFill>
                <a:latin typeface="Arial"/>
                <a:ea typeface="Arial"/>
                <a:cs typeface="Arial"/>
              </a:defRPr>
            </a:lvl6pPr>
            <a:lvl7pPr algn="l">
              <a:buNone/>
              <a:defRPr sz="3600" b="1">
                <a:solidFill>
                  <a:srgbClr val="0E3B31"/>
                </a:solidFill>
                <a:latin typeface="Arial"/>
                <a:ea typeface="Arial"/>
                <a:cs typeface="Arial"/>
              </a:defRPr>
            </a:lvl7pPr>
            <a:lvl8pPr algn="l">
              <a:buNone/>
              <a:defRPr sz="3600" b="1">
                <a:solidFill>
                  <a:srgbClr val="0E3B31"/>
                </a:solidFill>
                <a:latin typeface="Arial"/>
                <a:ea typeface="Arial"/>
                <a:cs typeface="Arial"/>
              </a:defRPr>
            </a:lvl8pPr>
            <a:lvl9pPr algn="l">
              <a:buNone/>
              <a:defRPr sz="3600" b="1">
                <a:solidFill>
                  <a:srgbClr val="0E3B31"/>
                </a:solidFill>
                <a:latin typeface="Arial"/>
                <a:ea typeface="Arial"/>
                <a:cs typeface="Arial"/>
              </a:defRPr>
            </a:lvl9pPr>
          </a:lstStyle>
          <a:p xmlns:a="http://schemas.openxmlformats.org/drawingml/2006/main">
            <a:pPr algn="l">
              <a:buNone/>
              <a:defRPr sz="3600" b="1">
                <a:solidFill>
                  <a:srgbClr val="0E3B31"/>
                </a:solidFill>
                <a:latin typeface="Arial"/>
                <a:ea typeface="Arial"/>
                <a:cs typeface="Arial"/>
              </a:defRPr>
            </a:pPr>
            <a:r>
              <a:rPr sz="3600" b="1">
                <a:solidFill>
                  <a:srgbClr val="0E3B31"/>
                </a:solidFill>
                <a:latin typeface="Arial"/>
                <a:ea typeface="Arial"/>
                <a:cs typeface="Arial"/>
              </a:rPr>
              <a:t>Arquitectura de FoodSave</a:t>
            </a:r>
          </a:p>
        </p:txBody>
      </p:sp>
      <p:sp>
        <p:nvSpPr>
          <p:cNvPr id="2" name="Monolito modular con ejecución de trabajos en segundo plano">
            <a:extLst xmlns:a="http://schemas.openxmlformats.org/drawingml/2006/main">
              <a:ext uri="{FF2B5EF4-FFF2-40B4-BE49-F238E27FC236}">
                <a16:creationId xmlns:a16="http://schemas.microsoft.com/office/drawing/2014/main" id="{CD578882-25EA-450F-93D0-96342A91870D}"/>
              </a:ext>
            </a:extLst>
          </p:cNvPr>
          <p:cNvSpPr>
            <a:spLocks xmlns:a="http://schemas.openxmlformats.org/drawingml/2006/main" noGrp="1"/>
          </p:cNvSpPr>
          <p:nvPr/>
        </p:nvSpPr>
        <p:spPr>
          <a:xfrm xmlns:a="http://schemas.openxmlformats.org/drawingml/2006/main">
            <a:off x="685800" y="1504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B6863"/>
                </a:solidFill>
                <a:latin typeface="Arial"/>
                <a:ea typeface="Arial"/>
                <a:cs typeface="Arial"/>
              </a:defRPr>
            </a:defPPr>
            <a:lvl1pPr algn="l">
              <a:buNone/>
              <a:defRPr sz="2025" b="0">
                <a:solidFill>
                  <a:srgbClr val="5B6863"/>
                </a:solidFill>
                <a:latin typeface="Arial"/>
                <a:ea typeface="Arial"/>
                <a:cs typeface="Arial"/>
              </a:defRPr>
            </a:lvl1pPr>
            <a:lvl2pPr algn="l">
              <a:buNone/>
              <a:defRPr sz="2025" b="0">
                <a:solidFill>
                  <a:srgbClr val="5B6863"/>
                </a:solidFill>
                <a:latin typeface="Arial"/>
                <a:ea typeface="Arial"/>
                <a:cs typeface="Arial"/>
              </a:defRPr>
            </a:lvl2pPr>
            <a:lvl3pPr algn="l">
              <a:buNone/>
              <a:defRPr sz="2025" b="0">
                <a:solidFill>
                  <a:srgbClr val="5B6863"/>
                </a:solidFill>
                <a:latin typeface="Arial"/>
                <a:ea typeface="Arial"/>
                <a:cs typeface="Arial"/>
              </a:defRPr>
            </a:lvl3pPr>
            <a:lvl4pPr algn="l">
              <a:buNone/>
              <a:defRPr sz="2025" b="0">
                <a:solidFill>
                  <a:srgbClr val="5B6863"/>
                </a:solidFill>
                <a:latin typeface="Arial"/>
                <a:ea typeface="Arial"/>
                <a:cs typeface="Arial"/>
              </a:defRPr>
            </a:lvl4pPr>
            <a:lvl5pPr algn="l">
              <a:buNone/>
              <a:defRPr sz="2025" b="0">
                <a:solidFill>
                  <a:srgbClr val="5B6863"/>
                </a:solidFill>
                <a:latin typeface="Arial"/>
                <a:ea typeface="Arial"/>
                <a:cs typeface="Arial"/>
              </a:defRPr>
            </a:lvl5pPr>
            <a:lvl6pPr algn="l">
              <a:buNone/>
              <a:defRPr sz="2025" b="0">
                <a:solidFill>
                  <a:srgbClr val="5B6863"/>
                </a:solidFill>
                <a:latin typeface="Arial"/>
                <a:ea typeface="Arial"/>
                <a:cs typeface="Arial"/>
              </a:defRPr>
            </a:lvl6pPr>
            <a:lvl7pPr algn="l">
              <a:buNone/>
              <a:defRPr sz="2025" b="0">
                <a:solidFill>
                  <a:srgbClr val="5B6863"/>
                </a:solidFill>
                <a:latin typeface="Arial"/>
                <a:ea typeface="Arial"/>
                <a:cs typeface="Arial"/>
              </a:defRPr>
            </a:lvl7pPr>
            <a:lvl8pPr algn="l">
              <a:buNone/>
              <a:defRPr sz="2025" b="0">
                <a:solidFill>
                  <a:srgbClr val="5B6863"/>
                </a:solidFill>
                <a:latin typeface="Arial"/>
                <a:ea typeface="Arial"/>
                <a:cs typeface="Arial"/>
              </a:defRPr>
            </a:lvl8pPr>
            <a:lvl9pPr algn="l">
              <a:buNone/>
              <a:defRPr sz="2025" b="0">
                <a:solidFill>
                  <a:srgbClr val="5B6863"/>
                </a:solidFill>
                <a:latin typeface="Arial"/>
                <a:ea typeface="Arial"/>
                <a:cs typeface="Arial"/>
              </a:defRPr>
            </a:lvl9pPr>
          </a:lstStyle>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Monolito modular con ejecución de trabajos en segundo plano</a:t>
            </a:r>
          </a:p>
        </p:txBody>
      </p:sp>
      <p:sp>
        <p:nvSpPr>
          <p:cNvPr id="3" name="Interfaz y API">
            <a:extLst xmlns:a="http://schemas.openxmlformats.org/drawingml/2006/main">
              <a:ext uri="{FF2B5EF4-FFF2-40B4-BE49-F238E27FC236}">
                <a16:creationId xmlns:a16="http://schemas.microsoft.com/office/drawing/2014/main" id="{BA773AEF-E194-46C9-8CA4-76FE3414B8A7}"/>
              </a:ext>
            </a:extLst>
          </p:cNvPr>
          <p:cNvSpPr>
            <a:spLocks xmlns:a="http://schemas.openxmlformats.org/drawingml/2006/main" noGrp="1"/>
          </p:cNvSpPr>
          <p:nvPr/>
        </p:nvSpPr>
        <p:spPr>
          <a:xfrm xmlns:a="http://schemas.openxmlformats.org/drawingml/2006/main">
            <a:off x="685800" y="2333625"/>
            <a:ext cx="3152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604E"/>
                </a:solidFill>
                <a:latin typeface="Arial"/>
                <a:ea typeface="Arial"/>
                <a:cs typeface="Arial"/>
              </a:defRPr>
            </a:defPPr>
            <a:lvl1pPr algn="l">
              <a:buNone/>
              <a:defRPr sz="2100" b="1">
                <a:solidFill>
                  <a:srgbClr val="17604E"/>
                </a:solidFill>
                <a:latin typeface="Arial"/>
                <a:ea typeface="Arial"/>
                <a:cs typeface="Arial"/>
              </a:defRPr>
            </a:lvl1pPr>
            <a:lvl2pPr algn="l">
              <a:buNone/>
              <a:defRPr sz="2100" b="1">
                <a:solidFill>
                  <a:srgbClr val="17604E"/>
                </a:solidFill>
                <a:latin typeface="Arial"/>
                <a:ea typeface="Arial"/>
                <a:cs typeface="Arial"/>
              </a:defRPr>
            </a:lvl2pPr>
            <a:lvl3pPr algn="l">
              <a:buNone/>
              <a:defRPr sz="2100" b="1">
                <a:solidFill>
                  <a:srgbClr val="17604E"/>
                </a:solidFill>
                <a:latin typeface="Arial"/>
                <a:ea typeface="Arial"/>
                <a:cs typeface="Arial"/>
              </a:defRPr>
            </a:lvl3pPr>
            <a:lvl4pPr algn="l">
              <a:buNone/>
              <a:defRPr sz="2100" b="1">
                <a:solidFill>
                  <a:srgbClr val="17604E"/>
                </a:solidFill>
                <a:latin typeface="Arial"/>
                <a:ea typeface="Arial"/>
                <a:cs typeface="Arial"/>
              </a:defRPr>
            </a:lvl4pPr>
            <a:lvl5pPr algn="l">
              <a:buNone/>
              <a:defRPr sz="2100" b="1">
                <a:solidFill>
                  <a:srgbClr val="17604E"/>
                </a:solidFill>
                <a:latin typeface="Arial"/>
                <a:ea typeface="Arial"/>
                <a:cs typeface="Arial"/>
              </a:defRPr>
            </a:lvl5pPr>
            <a:lvl6pPr algn="l">
              <a:buNone/>
              <a:defRPr sz="2100" b="1">
                <a:solidFill>
                  <a:srgbClr val="17604E"/>
                </a:solidFill>
                <a:latin typeface="Arial"/>
                <a:ea typeface="Arial"/>
                <a:cs typeface="Arial"/>
              </a:defRPr>
            </a:lvl6pPr>
            <a:lvl7pPr algn="l">
              <a:buNone/>
              <a:defRPr sz="2100" b="1">
                <a:solidFill>
                  <a:srgbClr val="17604E"/>
                </a:solidFill>
                <a:latin typeface="Arial"/>
                <a:ea typeface="Arial"/>
                <a:cs typeface="Arial"/>
              </a:defRPr>
            </a:lvl7pPr>
            <a:lvl8pPr algn="l">
              <a:buNone/>
              <a:defRPr sz="2100" b="1">
                <a:solidFill>
                  <a:srgbClr val="17604E"/>
                </a:solidFill>
                <a:latin typeface="Arial"/>
                <a:ea typeface="Arial"/>
                <a:cs typeface="Arial"/>
              </a:defRPr>
            </a:lvl8pPr>
            <a:lvl9pPr algn="l">
              <a:buNone/>
              <a:defRPr sz="2100" b="1">
                <a:solidFill>
                  <a:srgbClr val="17604E"/>
                </a:solidFill>
                <a:latin typeface="Arial"/>
                <a:ea typeface="Arial"/>
                <a:cs typeface="Arial"/>
              </a:defRPr>
            </a:lvl9pPr>
          </a:lstStyle>
          <a:p xmlns:a="http://schemas.openxmlformats.org/drawingml/2006/main">
            <a:pPr algn="l">
              <a:buNone/>
              <a:defRPr sz="2100" b="1">
                <a:solidFill>
                  <a:srgbClr val="17604E"/>
                </a:solidFill>
                <a:latin typeface="Arial"/>
                <a:ea typeface="Arial"/>
                <a:cs typeface="Arial"/>
              </a:defRPr>
            </a:pPr>
            <a:r>
              <a:rPr sz="2100" b="1">
                <a:solidFill>
                  <a:srgbClr val="17604E"/>
                </a:solidFill>
                <a:latin typeface="Arial"/>
                <a:ea typeface="Arial"/>
                <a:cs typeface="Arial"/>
              </a:rPr>
              <a:t>Interfaz y API</a:t>
            </a:r>
          </a:p>
        </p:txBody>
      </p:sp>
      <p:sp>
        <p:nvSpPr>
          <p:cNvPr id="4" name="Next.js presenta la aplicación. FastAPI expone las funciones del ">
            <a:extLst xmlns:a="http://schemas.openxmlformats.org/drawingml/2006/main">
              <a:ext uri="{FF2B5EF4-FFF2-40B4-BE49-F238E27FC236}">
                <a16:creationId xmlns:a16="http://schemas.microsoft.com/office/drawing/2014/main" id="{7F4443F4-8BBD-4B88-8768-80DB77ACC923}"/>
              </a:ext>
            </a:extLst>
          </p:cNvPr>
          <p:cNvSpPr>
            <a:spLocks xmlns:a="http://schemas.openxmlformats.org/drawingml/2006/main" noGrp="1"/>
          </p:cNvSpPr>
          <p:nvPr/>
        </p:nvSpPr>
        <p:spPr>
          <a:xfrm xmlns:a="http://schemas.openxmlformats.org/drawingml/2006/main">
            <a:off x="4067175" y="2333625"/>
            <a:ext cx="74390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11E"/>
                </a:solidFill>
                <a:latin typeface="Arial"/>
                <a:ea typeface="Arial"/>
                <a:cs typeface="Arial"/>
              </a:defRPr>
            </a:defPPr>
            <a:lvl1pPr algn="l">
              <a:buNone/>
              <a:defRPr sz="2100" b="0">
                <a:solidFill>
                  <a:srgbClr val="18211E"/>
                </a:solidFill>
                <a:latin typeface="Arial"/>
                <a:ea typeface="Arial"/>
                <a:cs typeface="Arial"/>
              </a:defRPr>
            </a:lvl1pPr>
            <a:lvl2pPr algn="l">
              <a:buNone/>
              <a:defRPr sz="2100" b="0">
                <a:solidFill>
                  <a:srgbClr val="18211E"/>
                </a:solidFill>
                <a:latin typeface="Arial"/>
                <a:ea typeface="Arial"/>
                <a:cs typeface="Arial"/>
              </a:defRPr>
            </a:lvl2pPr>
            <a:lvl3pPr algn="l">
              <a:buNone/>
              <a:defRPr sz="2100" b="0">
                <a:solidFill>
                  <a:srgbClr val="18211E"/>
                </a:solidFill>
                <a:latin typeface="Arial"/>
                <a:ea typeface="Arial"/>
                <a:cs typeface="Arial"/>
              </a:defRPr>
            </a:lvl3pPr>
            <a:lvl4pPr algn="l">
              <a:buNone/>
              <a:defRPr sz="2100" b="0">
                <a:solidFill>
                  <a:srgbClr val="18211E"/>
                </a:solidFill>
                <a:latin typeface="Arial"/>
                <a:ea typeface="Arial"/>
                <a:cs typeface="Arial"/>
              </a:defRPr>
            </a:lvl4pPr>
            <a:lvl5pPr algn="l">
              <a:buNone/>
              <a:defRPr sz="2100" b="0">
                <a:solidFill>
                  <a:srgbClr val="18211E"/>
                </a:solidFill>
                <a:latin typeface="Arial"/>
                <a:ea typeface="Arial"/>
                <a:cs typeface="Arial"/>
              </a:defRPr>
            </a:lvl5pPr>
            <a:lvl6pPr algn="l">
              <a:buNone/>
              <a:defRPr sz="2100" b="0">
                <a:solidFill>
                  <a:srgbClr val="18211E"/>
                </a:solidFill>
                <a:latin typeface="Arial"/>
                <a:ea typeface="Arial"/>
                <a:cs typeface="Arial"/>
              </a:defRPr>
            </a:lvl6pPr>
            <a:lvl7pPr algn="l">
              <a:buNone/>
              <a:defRPr sz="2100" b="0">
                <a:solidFill>
                  <a:srgbClr val="18211E"/>
                </a:solidFill>
                <a:latin typeface="Arial"/>
                <a:ea typeface="Arial"/>
                <a:cs typeface="Arial"/>
              </a:defRPr>
            </a:lvl7pPr>
            <a:lvl8pPr algn="l">
              <a:buNone/>
              <a:defRPr sz="2100" b="0">
                <a:solidFill>
                  <a:srgbClr val="18211E"/>
                </a:solidFill>
                <a:latin typeface="Arial"/>
                <a:ea typeface="Arial"/>
                <a:cs typeface="Arial"/>
              </a:defRPr>
            </a:lvl8pPr>
            <a:lvl9pPr algn="l">
              <a:buNone/>
              <a:defRPr sz="2100" b="0">
                <a:solidFill>
                  <a:srgbClr val="18211E"/>
                </a:solidFill>
                <a:latin typeface="Arial"/>
                <a:ea typeface="Arial"/>
                <a:cs typeface="Arial"/>
              </a:defRPr>
            </a:lvl9pPr>
          </a:lstStyle>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Next.js presenta la aplicación.</a:t>
            </a:r>
          </a:p>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FastAPI expone las funciones del negocio.</a:t>
            </a:r>
          </a:p>
        </p:txBody>
      </p:sp>
      <p:sp>
        <p:nvSpPr>
          <p:cNvPr id="5" name="Motor de automatización">
            <a:extLst xmlns:a="http://schemas.openxmlformats.org/drawingml/2006/main">
              <a:ext uri="{FF2B5EF4-FFF2-40B4-BE49-F238E27FC236}">
                <a16:creationId xmlns:a16="http://schemas.microsoft.com/office/drawing/2014/main" id="{5C14C808-12EA-4097-A29C-0F641973D57C}"/>
              </a:ext>
            </a:extLst>
          </p:cNvPr>
          <p:cNvSpPr>
            <a:spLocks xmlns:a="http://schemas.openxmlformats.org/drawingml/2006/main" noGrp="1"/>
          </p:cNvSpPr>
          <p:nvPr/>
        </p:nvSpPr>
        <p:spPr>
          <a:xfrm xmlns:a="http://schemas.openxmlformats.org/drawingml/2006/main">
            <a:off x="685800" y="3390900"/>
            <a:ext cx="3152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604E"/>
                </a:solidFill>
                <a:latin typeface="Arial"/>
                <a:ea typeface="Arial"/>
                <a:cs typeface="Arial"/>
              </a:defRPr>
            </a:defPPr>
            <a:lvl1pPr algn="l">
              <a:buNone/>
              <a:defRPr sz="2100" b="1">
                <a:solidFill>
                  <a:srgbClr val="17604E"/>
                </a:solidFill>
                <a:latin typeface="Arial"/>
                <a:ea typeface="Arial"/>
                <a:cs typeface="Arial"/>
              </a:defRPr>
            </a:lvl1pPr>
            <a:lvl2pPr algn="l">
              <a:buNone/>
              <a:defRPr sz="2100" b="1">
                <a:solidFill>
                  <a:srgbClr val="17604E"/>
                </a:solidFill>
                <a:latin typeface="Arial"/>
                <a:ea typeface="Arial"/>
                <a:cs typeface="Arial"/>
              </a:defRPr>
            </a:lvl2pPr>
            <a:lvl3pPr algn="l">
              <a:buNone/>
              <a:defRPr sz="2100" b="1">
                <a:solidFill>
                  <a:srgbClr val="17604E"/>
                </a:solidFill>
                <a:latin typeface="Arial"/>
                <a:ea typeface="Arial"/>
                <a:cs typeface="Arial"/>
              </a:defRPr>
            </a:lvl3pPr>
            <a:lvl4pPr algn="l">
              <a:buNone/>
              <a:defRPr sz="2100" b="1">
                <a:solidFill>
                  <a:srgbClr val="17604E"/>
                </a:solidFill>
                <a:latin typeface="Arial"/>
                <a:ea typeface="Arial"/>
                <a:cs typeface="Arial"/>
              </a:defRPr>
            </a:lvl4pPr>
            <a:lvl5pPr algn="l">
              <a:buNone/>
              <a:defRPr sz="2100" b="1">
                <a:solidFill>
                  <a:srgbClr val="17604E"/>
                </a:solidFill>
                <a:latin typeface="Arial"/>
                <a:ea typeface="Arial"/>
                <a:cs typeface="Arial"/>
              </a:defRPr>
            </a:lvl5pPr>
            <a:lvl6pPr algn="l">
              <a:buNone/>
              <a:defRPr sz="2100" b="1">
                <a:solidFill>
                  <a:srgbClr val="17604E"/>
                </a:solidFill>
                <a:latin typeface="Arial"/>
                <a:ea typeface="Arial"/>
                <a:cs typeface="Arial"/>
              </a:defRPr>
            </a:lvl6pPr>
            <a:lvl7pPr algn="l">
              <a:buNone/>
              <a:defRPr sz="2100" b="1">
                <a:solidFill>
                  <a:srgbClr val="17604E"/>
                </a:solidFill>
                <a:latin typeface="Arial"/>
                <a:ea typeface="Arial"/>
                <a:cs typeface="Arial"/>
              </a:defRPr>
            </a:lvl7pPr>
            <a:lvl8pPr algn="l">
              <a:buNone/>
              <a:defRPr sz="2100" b="1">
                <a:solidFill>
                  <a:srgbClr val="17604E"/>
                </a:solidFill>
                <a:latin typeface="Arial"/>
                <a:ea typeface="Arial"/>
                <a:cs typeface="Arial"/>
              </a:defRPr>
            </a:lvl8pPr>
            <a:lvl9pPr algn="l">
              <a:buNone/>
              <a:defRPr sz="2100" b="1">
                <a:solidFill>
                  <a:srgbClr val="17604E"/>
                </a:solidFill>
                <a:latin typeface="Arial"/>
                <a:ea typeface="Arial"/>
                <a:cs typeface="Arial"/>
              </a:defRPr>
            </a:lvl9pPr>
          </a:lstStyle>
          <a:p xmlns:a="http://schemas.openxmlformats.org/drawingml/2006/main">
            <a:pPr algn="l">
              <a:buNone/>
              <a:defRPr sz="2100" b="1">
                <a:solidFill>
                  <a:srgbClr val="17604E"/>
                </a:solidFill>
                <a:latin typeface="Arial"/>
                <a:ea typeface="Arial"/>
                <a:cs typeface="Arial"/>
              </a:defRPr>
            </a:pPr>
            <a:r>
              <a:rPr sz="2100" b="1">
                <a:solidFill>
                  <a:srgbClr val="17604E"/>
                </a:solidFill>
                <a:latin typeface="Arial"/>
                <a:ea typeface="Arial"/>
                <a:cs typeface="Arial"/>
              </a:rPr>
              <a:t>Motor de automatización</a:t>
            </a:r>
          </a:p>
        </p:txBody>
      </p:sp>
      <p:sp>
        <p:nvSpPr>
          <p:cNvPr id="6" name="Beat activa el despacho; Redis transporta trabajos y Celery los e">
            <a:extLst xmlns:a="http://schemas.openxmlformats.org/drawingml/2006/main">
              <a:ext uri="{FF2B5EF4-FFF2-40B4-BE49-F238E27FC236}">
                <a16:creationId xmlns:a16="http://schemas.microsoft.com/office/drawing/2014/main" id="{D2D40D9E-B9B8-4B96-8F98-2F5D8C59B4C6}"/>
              </a:ext>
            </a:extLst>
          </p:cNvPr>
          <p:cNvSpPr>
            <a:spLocks xmlns:a="http://schemas.openxmlformats.org/drawingml/2006/main" noGrp="1"/>
          </p:cNvSpPr>
          <p:nvPr/>
        </p:nvSpPr>
        <p:spPr>
          <a:xfrm xmlns:a="http://schemas.openxmlformats.org/drawingml/2006/main">
            <a:off x="4067175" y="3390900"/>
            <a:ext cx="74390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11E"/>
                </a:solidFill>
                <a:latin typeface="Arial"/>
                <a:ea typeface="Arial"/>
                <a:cs typeface="Arial"/>
              </a:defRPr>
            </a:defPPr>
            <a:lvl1pPr algn="l">
              <a:buNone/>
              <a:defRPr sz="2100" b="0">
                <a:solidFill>
                  <a:srgbClr val="18211E"/>
                </a:solidFill>
                <a:latin typeface="Arial"/>
                <a:ea typeface="Arial"/>
                <a:cs typeface="Arial"/>
              </a:defRPr>
            </a:lvl1pPr>
            <a:lvl2pPr algn="l">
              <a:buNone/>
              <a:defRPr sz="2100" b="0">
                <a:solidFill>
                  <a:srgbClr val="18211E"/>
                </a:solidFill>
                <a:latin typeface="Arial"/>
                <a:ea typeface="Arial"/>
                <a:cs typeface="Arial"/>
              </a:defRPr>
            </a:lvl2pPr>
            <a:lvl3pPr algn="l">
              <a:buNone/>
              <a:defRPr sz="2100" b="0">
                <a:solidFill>
                  <a:srgbClr val="18211E"/>
                </a:solidFill>
                <a:latin typeface="Arial"/>
                <a:ea typeface="Arial"/>
                <a:cs typeface="Arial"/>
              </a:defRPr>
            </a:lvl3pPr>
            <a:lvl4pPr algn="l">
              <a:buNone/>
              <a:defRPr sz="2100" b="0">
                <a:solidFill>
                  <a:srgbClr val="18211E"/>
                </a:solidFill>
                <a:latin typeface="Arial"/>
                <a:ea typeface="Arial"/>
                <a:cs typeface="Arial"/>
              </a:defRPr>
            </a:lvl4pPr>
            <a:lvl5pPr algn="l">
              <a:buNone/>
              <a:defRPr sz="2100" b="0">
                <a:solidFill>
                  <a:srgbClr val="18211E"/>
                </a:solidFill>
                <a:latin typeface="Arial"/>
                <a:ea typeface="Arial"/>
                <a:cs typeface="Arial"/>
              </a:defRPr>
            </a:lvl5pPr>
            <a:lvl6pPr algn="l">
              <a:buNone/>
              <a:defRPr sz="2100" b="0">
                <a:solidFill>
                  <a:srgbClr val="18211E"/>
                </a:solidFill>
                <a:latin typeface="Arial"/>
                <a:ea typeface="Arial"/>
                <a:cs typeface="Arial"/>
              </a:defRPr>
            </a:lvl6pPr>
            <a:lvl7pPr algn="l">
              <a:buNone/>
              <a:defRPr sz="2100" b="0">
                <a:solidFill>
                  <a:srgbClr val="18211E"/>
                </a:solidFill>
                <a:latin typeface="Arial"/>
                <a:ea typeface="Arial"/>
                <a:cs typeface="Arial"/>
              </a:defRPr>
            </a:lvl7pPr>
            <a:lvl8pPr algn="l">
              <a:buNone/>
              <a:defRPr sz="2100" b="0">
                <a:solidFill>
                  <a:srgbClr val="18211E"/>
                </a:solidFill>
                <a:latin typeface="Arial"/>
                <a:ea typeface="Arial"/>
                <a:cs typeface="Arial"/>
              </a:defRPr>
            </a:lvl8pPr>
            <a:lvl9pPr algn="l">
              <a:buNone/>
              <a:defRPr sz="2100" b="0">
                <a:solidFill>
                  <a:srgbClr val="18211E"/>
                </a:solidFill>
                <a:latin typeface="Arial"/>
                <a:ea typeface="Arial"/>
                <a:cs typeface="Arial"/>
              </a:defRPr>
            </a:lvl9pPr>
          </a:lstStyle>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Beat activa el despacho; Redis transporta</a:t>
            </a:r>
          </a:p>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trabajos y Celery los ejecuta.</a:t>
            </a:r>
          </a:p>
        </p:txBody>
      </p:sp>
      <p:sp>
        <p:nvSpPr>
          <p:cNvPr id="7" name="Persistencia y modelo">
            <a:extLst xmlns:a="http://schemas.openxmlformats.org/drawingml/2006/main">
              <a:ext uri="{FF2B5EF4-FFF2-40B4-BE49-F238E27FC236}">
                <a16:creationId xmlns:a16="http://schemas.microsoft.com/office/drawing/2014/main" id="{A983824E-E833-4AB0-9703-E5CF85CFA0B0}"/>
              </a:ext>
            </a:extLst>
          </p:cNvPr>
          <p:cNvSpPr>
            <a:spLocks xmlns:a="http://schemas.openxmlformats.org/drawingml/2006/main" noGrp="1"/>
          </p:cNvSpPr>
          <p:nvPr/>
        </p:nvSpPr>
        <p:spPr>
          <a:xfrm xmlns:a="http://schemas.openxmlformats.org/drawingml/2006/main">
            <a:off x="685800" y="4448175"/>
            <a:ext cx="3152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604E"/>
                </a:solidFill>
                <a:latin typeface="Arial"/>
                <a:ea typeface="Arial"/>
                <a:cs typeface="Arial"/>
              </a:defRPr>
            </a:defPPr>
            <a:lvl1pPr algn="l">
              <a:buNone/>
              <a:defRPr sz="2100" b="1">
                <a:solidFill>
                  <a:srgbClr val="17604E"/>
                </a:solidFill>
                <a:latin typeface="Arial"/>
                <a:ea typeface="Arial"/>
                <a:cs typeface="Arial"/>
              </a:defRPr>
            </a:lvl1pPr>
            <a:lvl2pPr algn="l">
              <a:buNone/>
              <a:defRPr sz="2100" b="1">
                <a:solidFill>
                  <a:srgbClr val="17604E"/>
                </a:solidFill>
                <a:latin typeface="Arial"/>
                <a:ea typeface="Arial"/>
                <a:cs typeface="Arial"/>
              </a:defRPr>
            </a:lvl2pPr>
            <a:lvl3pPr algn="l">
              <a:buNone/>
              <a:defRPr sz="2100" b="1">
                <a:solidFill>
                  <a:srgbClr val="17604E"/>
                </a:solidFill>
                <a:latin typeface="Arial"/>
                <a:ea typeface="Arial"/>
                <a:cs typeface="Arial"/>
              </a:defRPr>
            </a:lvl3pPr>
            <a:lvl4pPr algn="l">
              <a:buNone/>
              <a:defRPr sz="2100" b="1">
                <a:solidFill>
                  <a:srgbClr val="17604E"/>
                </a:solidFill>
                <a:latin typeface="Arial"/>
                <a:ea typeface="Arial"/>
                <a:cs typeface="Arial"/>
              </a:defRPr>
            </a:lvl4pPr>
            <a:lvl5pPr algn="l">
              <a:buNone/>
              <a:defRPr sz="2100" b="1">
                <a:solidFill>
                  <a:srgbClr val="17604E"/>
                </a:solidFill>
                <a:latin typeface="Arial"/>
                <a:ea typeface="Arial"/>
                <a:cs typeface="Arial"/>
              </a:defRPr>
            </a:lvl5pPr>
            <a:lvl6pPr algn="l">
              <a:buNone/>
              <a:defRPr sz="2100" b="1">
                <a:solidFill>
                  <a:srgbClr val="17604E"/>
                </a:solidFill>
                <a:latin typeface="Arial"/>
                <a:ea typeface="Arial"/>
                <a:cs typeface="Arial"/>
              </a:defRPr>
            </a:lvl6pPr>
            <a:lvl7pPr algn="l">
              <a:buNone/>
              <a:defRPr sz="2100" b="1">
                <a:solidFill>
                  <a:srgbClr val="17604E"/>
                </a:solidFill>
                <a:latin typeface="Arial"/>
                <a:ea typeface="Arial"/>
                <a:cs typeface="Arial"/>
              </a:defRPr>
            </a:lvl7pPr>
            <a:lvl8pPr algn="l">
              <a:buNone/>
              <a:defRPr sz="2100" b="1">
                <a:solidFill>
                  <a:srgbClr val="17604E"/>
                </a:solidFill>
                <a:latin typeface="Arial"/>
                <a:ea typeface="Arial"/>
                <a:cs typeface="Arial"/>
              </a:defRPr>
            </a:lvl8pPr>
            <a:lvl9pPr algn="l">
              <a:buNone/>
              <a:defRPr sz="2100" b="1">
                <a:solidFill>
                  <a:srgbClr val="17604E"/>
                </a:solidFill>
                <a:latin typeface="Arial"/>
                <a:ea typeface="Arial"/>
                <a:cs typeface="Arial"/>
              </a:defRPr>
            </a:lvl9pPr>
          </a:lstStyle>
          <a:p xmlns:a="http://schemas.openxmlformats.org/drawingml/2006/main">
            <a:pPr algn="l">
              <a:buNone/>
              <a:defRPr sz="2100" b="1">
                <a:solidFill>
                  <a:srgbClr val="17604E"/>
                </a:solidFill>
                <a:latin typeface="Arial"/>
                <a:ea typeface="Arial"/>
                <a:cs typeface="Arial"/>
              </a:defRPr>
            </a:pPr>
            <a:r>
              <a:rPr sz="2100" b="1">
                <a:solidFill>
                  <a:srgbClr val="17604E"/>
                </a:solidFill>
                <a:latin typeface="Arial"/>
                <a:ea typeface="Arial"/>
                <a:cs typeface="Arial"/>
              </a:rPr>
              <a:t>Persistencia y modelo</a:t>
            </a:r>
          </a:p>
        </p:txBody>
      </p:sp>
      <p:sp>
        <p:nvSpPr>
          <p:cNvPr id="8" name="PostgreSQL guarda datos y trazas. CatBoost conserva artefactos ve">
            <a:extLst xmlns:a="http://schemas.openxmlformats.org/drawingml/2006/main">
              <a:ext uri="{FF2B5EF4-FFF2-40B4-BE49-F238E27FC236}">
                <a16:creationId xmlns:a16="http://schemas.microsoft.com/office/drawing/2014/main" id="{DD6431CC-3290-45C1-955F-9CACCAE9D51E}"/>
              </a:ext>
            </a:extLst>
          </p:cNvPr>
          <p:cNvSpPr>
            <a:spLocks xmlns:a="http://schemas.openxmlformats.org/drawingml/2006/main" noGrp="1"/>
          </p:cNvSpPr>
          <p:nvPr/>
        </p:nvSpPr>
        <p:spPr>
          <a:xfrm xmlns:a="http://schemas.openxmlformats.org/drawingml/2006/main">
            <a:off x="4067175" y="4448175"/>
            <a:ext cx="74390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11E"/>
                </a:solidFill>
                <a:latin typeface="Arial"/>
                <a:ea typeface="Arial"/>
                <a:cs typeface="Arial"/>
              </a:defRPr>
            </a:defPPr>
            <a:lvl1pPr algn="l">
              <a:buNone/>
              <a:defRPr sz="2100" b="0">
                <a:solidFill>
                  <a:srgbClr val="18211E"/>
                </a:solidFill>
                <a:latin typeface="Arial"/>
                <a:ea typeface="Arial"/>
                <a:cs typeface="Arial"/>
              </a:defRPr>
            </a:lvl1pPr>
            <a:lvl2pPr algn="l">
              <a:buNone/>
              <a:defRPr sz="2100" b="0">
                <a:solidFill>
                  <a:srgbClr val="18211E"/>
                </a:solidFill>
                <a:latin typeface="Arial"/>
                <a:ea typeface="Arial"/>
                <a:cs typeface="Arial"/>
              </a:defRPr>
            </a:lvl2pPr>
            <a:lvl3pPr algn="l">
              <a:buNone/>
              <a:defRPr sz="2100" b="0">
                <a:solidFill>
                  <a:srgbClr val="18211E"/>
                </a:solidFill>
                <a:latin typeface="Arial"/>
                <a:ea typeface="Arial"/>
                <a:cs typeface="Arial"/>
              </a:defRPr>
            </a:lvl3pPr>
            <a:lvl4pPr algn="l">
              <a:buNone/>
              <a:defRPr sz="2100" b="0">
                <a:solidFill>
                  <a:srgbClr val="18211E"/>
                </a:solidFill>
                <a:latin typeface="Arial"/>
                <a:ea typeface="Arial"/>
                <a:cs typeface="Arial"/>
              </a:defRPr>
            </a:lvl4pPr>
            <a:lvl5pPr algn="l">
              <a:buNone/>
              <a:defRPr sz="2100" b="0">
                <a:solidFill>
                  <a:srgbClr val="18211E"/>
                </a:solidFill>
                <a:latin typeface="Arial"/>
                <a:ea typeface="Arial"/>
                <a:cs typeface="Arial"/>
              </a:defRPr>
            </a:lvl5pPr>
            <a:lvl6pPr algn="l">
              <a:buNone/>
              <a:defRPr sz="2100" b="0">
                <a:solidFill>
                  <a:srgbClr val="18211E"/>
                </a:solidFill>
                <a:latin typeface="Arial"/>
                <a:ea typeface="Arial"/>
                <a:cs typeface="Arial"/>
              </a:defRPr>
            </a:lvl6pPr>
            <a:lvl7pPr algn="l">
              <a:buNone/>
              <a:defRPr sz="2100" b="0">
                <a:solidFill>
                  <a:srgbClr val="18211E"/>
                </a:solidFill>
                <a:latin typeface="Arial"/>
                <a:ea typeface="Arial"/>
                <a:cs typeface="Arial"/>
              </a:defRPr>
            </a:lvl7pPr>
            <a:lvl8pPr algn="l">
              <a:buNone/>
              <a:defRPr sz="2100" b="0">
                <a:solidFill>
                  <a:srgbClr val="18211E"/>
                </a:solidFill>
                <a:latin typeface="Arial"/>
                <a:ea typeface="Arial"/>
                <a:cs typeface="Arial"/>
              </a:defRPr>
            </a:lvl8pPr>
            <a:lvl9pPr algn="l">
              <a:buNone/>
              <a:defRPr sz="2100" b="0">
                <a:solidFill>
                  <a:srgbClr val="18211E"/>
                </a:solidFill>
                <a:latin typeface="Arial"/>
                <a:ea typeface="Arial"/>
                <a:cs typeface="Arial"/>
              </a:defRPr>
            </a:lvl9pPr>
          </a:lstStyle>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PostgreSQL guarda datos y trazas.</a:t>
            </a:r>
          </a:p>
          <a:p xmlns:a="http://schemas.openxmlformats.org/drawingml/2006/main">
            <a:pPr algn="l">
              <a:buNone/>
              <a:defRPr sz="2100" b="0">
                <a:solidFill>
                  <a:srgbClr val="18211E"/>
                </a:solidFill>
                <a:latin typeface="Arial"/>
                <a:ea typeface="Arial"/>
                <a:cs typeface="Arial"/>
              </a:defRPr>
            </a:pPr>
            <a:r>
              <a:rPr sz="2100" b="0">
                <a:solidFill>
                  <a:srgbClr val="18211E"/>
                </a:solidFill>
                <a:latin typeface="Arial"/>
                <a:ea typeface="Arial"/>
                <a:cs typeface="Arial"/>
              </a:rPr>
              <a:t>CatBoost conserva artefactos versionados.</a:t>
            </a:r>
          </a:p>
        </p:txBody>
      </p:sp>
      <p:sp>
        <p:nvSpPr>
          <p:cNvPr id="9" name="Docker Compose para la instalación local. Tienda independiente y ">
            <a:extLst xmlns:a="http://schemas.openxmlformats.org/drawingml/2006/main">
              <a:ext uri="{FF2B5EF4-FFF2-40B4-BE49-F238E27FC236}">
                <a16:creationId xmlns:a16="http://schemas.microsoft.com/office/drawing/2014/main" id="{FC572446-AA71-4462-867F-DB32ED5CC124}"/>
              </a:ext>
            </a:extLst>
          </p:cNvPr>
          <p:cNvSpPr>
            <a:spLocks xmlns:a="http://schemas.openxmlformats.org/drawingml/2006/main" noGrp="1"/>
          </p:cNvSpPr>
          <p:nvPr/>
        </p:nvSpPr>
        <p:spPr>
          <a:xfrm xmlns:a="http://schemas.openxmlformats.org/drawingml/2006/main">
            <a:off x="685800" y="56578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B6863"/>
                </a:solidFill>
                <a:latin typeface="Arial"/>
                <a:ea typeface="Arial"/>
                <a:cs typeface="Arial"/>
              </a:defRPr>
            </a:defPPr>
            <a:lvl1pPr algn="l">
              <a:buNone/>
              <a:defRPr sz="1875" b="0">
                <a:solidFill>
                  <a:srgbClr val="5B6863"/>
                </a:solidFill>
                <a:latin typeface="Arial"/>
                <a:ea typeface="Arial"/>
                <a:cs typeface="Arial"/>
              </a:defRPr>
            </a:lvl1pPr>
            <a:lvl2pPr algn="l">
              <a:buNone/>
              <a:defRPr sz="1875" b="0">
                <a:solidFill>
                  <a:srgbClr val="5B6863"/>
                </a:solidFill>
                <a:latin typeface="Arial"/>
                <a:ea typeface="Arial"/>
                <a:cs typeface="Arial"/>
              </a:defRPr>
            </a:lvl2pPr>
            <a:lvl3pPr algn="l">
              <a:buNone/>
              <a:defRPr sz="1875" b="0">
                <a:solidFill>
                  <a:srgbClr val="5B6863"/>
                </a:solidFill>
                <a:latin typeface="Arial"/>
                <a:ea typeface="Arial"/>
                <a:cs typeface="Arial"/>
              </a:defRPr>
            </a:lvl3pPr>
            <a:lvl4pPr algn="l">
              <a:buNone/>
              <a:defRPr sz="1875" b="0">
                <a:solidFill>
                  <a:srgbClr val="5B6863"/>
                </a:solidFill>
                <a:latin typeface="Arial"/>
                <a:ea typeface="Arial"/>
                <a:cs typeface="Arial"/>
              </a:defRPr>
            </a:lvl4pPr>
            <a:lvl5pPr algn="l">
              <a:buNone/>
              <a:defRPr sz="1875" b="0">
                <a:solidFill>
                  <a:srgbClr val="5B6863"/>
                </a:solidFill>
                <a:latin typeface="Arial"/>
                <a:ea typeface="Arial"/>
                <a:cs typeface="Arial"/>
              </a:defRPr>
            </a:lvl5pPr>
            <a:lvl6pPr algn="l">
              <a:buNone/>
              <a:defRPr sz="1875" b="0">
                <a:solidFill>
                  <a:srgbClr val="5B6863"/>
                </a:solidFill>
                <a:latin typeface="Arial"/>
                <a:ea typeface="Arial"/>
                <a:cs typeface="Arial"/>
              </a:defRPr>
            </a:lvl6pPr>
            <a:lvl7pPr algn="l">
              <a:buNone/>
              <a:defRPr sz="1875" b="0">
                <a:solidFill>
                  <a:srgbClr val="5B6863"/>
                </a:solidFill>
                <a:latin typeface="Arial"/>
                <a:ea typeface="Arial"/>
                <a:cs typeface="Arial"/>
              </a:defRPr>
            </a:lvl7pPr>
            <a:lvl8pPr algn="l">
              <a:buNone/>
              <a:defRPr sz="1875" b="0">
                <a:solidFill>
                  <a:srgbClr val="5B6863"/>
                </a:solidFill>
                <a:latin typeface="Arial"/>
                <a:ea typeface="Arial"/>
                <a:cs typeface="Arial"/>
              </a:defRPr>
            </a:lvl8pPr>
            <a:lvl9pPr algn="l">
              <a:buNone/>
              <a:defRPr sz="1875" b="0">
                <a:solidFill>
                  <a:srgbClr val="5B6863"/>
                </a:solidFill>
                <a:latin typeface="Arial"/>
                <a:ea typeface="Arial"/>
                <a:cs typeface="Arial"/>
              </a:defRPr>
            </a:lvl9pPr>
          </a:lstStyle>
          <a:p xmlns:a="http://schemas.openxmlformats.org/drawingml/2006/main">
            <a:pPr algn="l">
              <a:buNone/>
              <a:defRPr sz="1875" b="0">
                <a:solidFill>
                  <a:srgbClr val="5B6863"/>
                </a:solidFill>
                <a:latin typeface="Arial"/>
                <a:ea typeface="Arial"/>
                <a:cs typeface="Arial"/>
              </a:defRPr>
            </a:pPr>
            <a:r>
              <a:rPr sz="1875" b="0">
                <a:solidFill>
                  <a:srgbClr val="5B6863"/>
                </a:solidFill>
                <a:latin typeface="Arial"/>
                <a:ea typeface="Arial"/>
                <a:cs typeface="Arial"/>
              </a:rPr>
              <a:t>Docker Compose para la instalación local. Tienda independiente y comunicación HTTP.</a:t>
            </a:r>
          </a:p>
        </p:txBody>
      </p:sp>
      <p:sp>
        <p:nvSpPr>
          <p:cNvPr id="10" name="Arquitectura en Mermaid · diagrama completo en Google Drive">
            <a:extLst xmlns:a="http://schemas.openxmlformats.org/drawingml/2006/main">
              <a:ext uri="{FF2B5EF4-FFF2-40B4-BE49-F238E27FC236}">
                <a16:creationId xmlns:a16="http://schemas.microsoft.com/office/drawing/2014/main" id="{98F1DAB4-EDAD-48E1-85BF-026C83C3E703}"/>
              </a:ext>
            </a:extLst>
          </p:cNvPr>
          <p:cNvSpPr>
            <a:spLocks xmlns:a="http://schemas.openxmlformats.org/drawingml/2006/main" noGrp="1"/>
          </p:cNvSpPr>
          <p:nvPr/>
        </p:nvSpPr>
        <p:spPr>
          <a:xfrm xmlns:a="http://schemas.openxmlformats.org/drawingml/2006/main">
            <a:off x="685800" y="61150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7604E"/>
                </a:solidFill>
                <a:latin typeface="Arial"/>
                <a:ea typeface="Arial"/>
                <a:cs typeface="Arial"/>
              </a:defRPr>
            </a:defPPr>
            <a:lvl1pPr algn="l">
              <a:buNone/>
              <a:defRPr sz="1725" b="1">
                <a:solidFill>
                  <a:srgbClr val="17604E"/>
                </a:solidFill>
                <a:latin typeface="Arial"/>
                <a:ea typeface="Arial"/>
                <a:cs typeface="Arial"/>
              </a:defRPr>
            </a:lvl1pPr>
            <a:lvl2pPr algn="l">
              <a:buNone/>
              <a:defRPr sz="1725" b="1">
                <a:solidFill>
                  <a:srgbClr val="17604E"/>
                </a:solidFill>
                <a:latin typeface="Arial"/>
                <a:ea typeface="Arial"/>
                <a:cs typeface="Arial"/>
              </a:defRPr>
            </a:lvl2pPr>
            <a:lvl3pPr algn="l">
              <a:buNone/>
              <a:defRPr sz="1725" b="1">
                <a:solidFill>
                  <a:srgbClr val="17604E"/>
                </a:solidFill>
                <a:latin typeface="Arial"/>
                <a:ea typeface="Arial"/>
                <a:cs typeface="Arial"/>
              </a:defRPr>
            </a:lvl3pPr>
            <a:lvl4pPr algn="l">
              <a:buNone/>
              <a:defRPr sz="1725" b="1">
                <a:solidFill>
                  <a:srgbClr val="17604E"/>
                </a:solidFill>
                <a:latin typeface="Arial"/>
                <a:ea typeface="Arial"/>
                <a:cs typeface="Arial"/>
              </a:defRPr>
            </a:lvl4pPr>
            <a:lvl5pPr algn="l">
              <a:buNone/>
              <a:defRPr sz="1725" b="1">
                <a:solidFill>
                  <a:srgbClr val="17604E"/>
                </a:solidFill>
                <a:latin typeface="Arial"/>
                <a:ea typeface="Arial"/>
                <a:cs typeface="Arial"/>
              </a:defRPr>
            </a:lvl5pPr>
            <a:lvl6pPr algn="l">
              <a:buNone/>
              <a:defRPr sz="1725" b="1">
                <a:solidFill>
                  <a:srgbClr val="17604E"/>
                </a:solidFill>
                <a:latin typeface="Arial"/>
                <a:ea typeface="Arial"/>
                <a:cs typeface="Arial"/>
              </a:defRPr>
            </a:lvl6pPr>
            <a:lvl7pPr algn="l">
              <a:buNone/>
              <a:defRPr sz="1725" b="1">
                <a:solidFill>
                  <a:srgbClr val="17604E"/>
                </a:solidFill>
                <a:latin typeface="Arial"/>
                <a:ea typeface="Arial"/>
                <a:cs typeface="Arial"/>
              </a:defRPr>
            </a:lvl7pPr>
            <a:lvl8pPr algn="l">
              <a:buNone/>
              <a:defRPr sz="1725" b="1">
                <a:solidFill>
                  <a:srgbClr val="17604E"/>
                </a:solidFill>
                <a:latin typeface="Arial"/>
                <a:ea typeface="Arial"/>
                <a:cs typeface="Arial"/>
              </a:defRPr>
            </a:lvl8pPr>
            <a:lvl9pPr algn="l">
              <a:buNone/>
              <a:defRPr sz="1725" b="1">
                <a:solidFill>
                  <a:srgbClr val="17604E"/>
                </a:solidFill>
                <a:latin typeface="Arial"/>
                <a:ea typeface="Arial"/>
                <a:cs typeface="Arial"/>
              </a:defRPr>
            </a:lvl9pPr>
          </a:lstStyle>
          <a:p xmlns:a="http://schemas.openxmlformats.org/drawingml/2006/main">
            <a:pPr algn="l">
              <a:buNone/>
              <a:defRPr sz="1725" b="1">
                <a:solidFill>
                  <a:srgbClr val="17604E"/>
                </a:solidFill>
                <a:latin typeface="Arial"/>
                <a:ea typeface="Arial"/>
                <a:cs typeface="Arial"/>
              </a:defRPr>
            </a:pPr>
            <a:r>
              <a:rPr sz="1725" b="1">
                <a:solidFill>
                  <a:srgbClr val="17604E"/>
                </a:solidFill>
                <a:latin typeface="Arial"/>
                <a:ea typeface="Arial"/>
                <a:cs typeface="Arial"/>
              </a:rPr>
              <a:t>Arquitectura en Mermaid · diagrama completo en Google Drive</a:t>
            </a:r>
          </a:p>
        </p:txBody>
      </p:sp>
    </p:spTree>
    <p:extLst>
      <p:ext uri="{BB962C8B-B14F-4D97-AF65-F5344CB8AC3E}">
        <p14:creationId xmlns:p14="http://schemas.microsoft.com/office/powerpoint/2010/main" val="1557394697"/>
      </p:ext>
    </p:extLst>
  </p:cSld>
</p:sld>
</file>

<file path=ppt/slides/slide11.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Base de datos y trazabilidad">
            <a:extLst xmlns:a="http://schemas.openxmlformats.org/drawingml/2006/main">
              <a:ext uri="{FF2B5EF4-FFF2-40B4-BE49-F238E27FC236}">
                <a16:creationId xmlns:a16="http://schemas.microsoft.com/office/drawing/2014/main" id="{16BDFB83-D524-4B35-B372-68E56FDB0CCA}"/>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E3B31"/>
                </a:solidFill>
                <a:latin typeface="Arial"/>
                <a:ea typeface="Arial"/>
                <a:cs typeface="Arial"/>
              </a:defRPr>
            </a:defPPr>
            <a:lvl1pPr algn="l">
              <a:buNone/>
              <a:defRPr sz="3600" b="1">
                <a:solidFill>
                  <a:srgbClr val="0E3B31"/>
                </a:solidFill>
                <a:latin typeface="Arial"/>
                <a:ea typeface="Arial"/>
                <a:cs typeface="Arial"/>
              </a:defRPr>
            </a:lvl1pPr>
            <a:lvl2pPr algn="l">
              <a:buNone/>
              <a:defRPr sz="3600" b="1">
                <a:solidFill>
                  <a:srgbClr val="0E3B31"/>
                </a:solidFill>
                <a:latin typeface="Arial"/>
                <a:ea typeface="Arial"/>
                <a:cs typeface="Arial"/>
              </a:defRPr>
            </a:lvl2pPr>
            <a:lvl3pPr algn="l">
              <a:buNone/>
              <a:defRPr sz="3600" b="1">
                <a:solidFill>
                  <a:srgbClr val="0E3B31"/>
                </a:solidFill>
                <a:latin typeface="Arial"/>
                <a:ea typeface="Arial"/>
                <a:cs typeface="Arial"/>
              </a:defRPr>
            </a:lvl3pPr>
            <a:lvl4pPr algn="l">
              <a:buNone/>
              <a:defRPr sz="3600" b="1">
                <a:solidFill>
                  <a:srgbClr val="0E3B31"/>
                </a:solidFill>
                <a:latin typeface="Arial"/>
                <a:ea typeface="Arial"/>
                <a:cs typeface="Arial"/>
              </a:defRPr>
            </a:lvl4pPr>
            <a:lvl5pPr algn="l">
              <a:buNone/>
              <a:defRPr sz="3600" b="1">
                <a:solidFill>
                  <a:srgbClr val="0E3B31"/>
                </a:solidFill>
                <a:latin typeface="Arial"/>
                <a:ea typeface="Arial"/>
                <a:cs typeface="Arial"/>
              </a:defRPr>
            </a:lvl5pPr>
            <a:lvl6pPr algn="l">
              <a:buNone/>
              <a:defRPr sz="3600" b="1">
                <a:solidFill>
                  <a:srgbClr val="0E3B31"/>
                </a:solidFill>
                <a:latin typeface="Arial"/>
                <a:ea typeface="Arial"/>
                <a:cs typeface="Arial"/>
              </a:defRPr>
            </a:lvl6pPr>
            <a:lvl7pPr algn="l">
              <a:buNone/>
              <a:defRPr sz="3600" b="1">
                <a:solidFill>
                  <a:srgbClr val="0E3B31"/>
                </a:solidFill>
                <a:latin typeface="Arial"/>
                <a:ea typeface="Arial"/>
                <a:cs typeface="Arial"/>
              </a:defRPr>
            </a:lvl7pPr>
            <a:lvl8pPr algn="l">
              <a:buNone/>
              <a:defRPr sz="3600" b="1">
                <a:solidFill>
                  <a:srgbClr val="0E3B31"/>
                </a:solidFill>
                <a:latin typeface="Arial"/>
                <a:ea typeface="Arial"/>
                <a:cs typeface="Arial"/>
              </a:defRPr>
            </a:lvl8pPr>
            <a:lvl9pPr algn="l">
              <a:buNone/>
              <a:defRPr sz="3600" b="1">
                <a:solidFill>
                  <a:srgbClr val="0E3B31"/>
                </a:solidFill>
                <a:latin typeface="Arial"/>
                <a:ea typeface="Arial"/>
                <a:cs typeface="Arial"/>
              </a:defRPr>
            </a:lvl9pPr>
          </a:lstStyle>
          <a:p xmlns:a="http://schemas.openxmlformats.org/drawingml/2006/main">
            <a:pPr algn="l">
              <a:buNone/>
              <a:defRPr sz="3600" b="1">
                <a:solidFill>
                  <a:srgbClr val="0E3B31"/>
                </a:solidFill>
                <a:latin typeface="Arial"/>
                <a:ea typeface="Arial"/>
                <a:cs typeface="Arial"/>
              </a:defRPr>
            </a:pPr>
            <a:r>
              <a:rPr sz="3600" b="1">
                <a:solidFill>
                  <a:srgbClr val="0E3B31"/>
                </a:solidFill>
                <a:latin typeface="Arial"/>
                <a:ea typeface="Arial"/>
                <a:cs typeface="Arial"/>
              </a:rPr>
              <a:t>Base de datos y trazabilidad</a:t>
            </a:r>
          </a:p>
        </p:txBody>
      </p:sp>
      <p:sp>
        <p:nvSpPr>
          <p:cNvPr id="2" name="PostgreSQL como fuente de información de FoodSave">
            <a:extLst xmlns:a="http://schemas.openxmlformats.org/drawingml/2006/main">
              <a:ext uri="{FF2B5EF4-FFF2-40B4-BE49-F238E27FC236}">
                <a16:creationId xmlns:a16="http://schemas.microsoft.com/office/drawing/2014/main" id="{466A7E49-1A03-4C03-9BF7-90AF79CB6396}"/>
              </a:ext>
            </a:extLst>
          </p:cNvPr>
          <p:cNvSpPr>
            <a:spLocks xmlns:a="http://schemas.openxmlformats.org/drawingml/2006/main" noGrp="1"/>
          </p:cNvSpPr>
          <p:nvPr/>
        </p:nvSpPr>
        <p:spPr>
          <a:xfrm xmlns:a="http://schemas.openxmlformats.org/drawingml/2006/main">
            <a:off x="685800" y="1504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B6863"/>
                </a:solidFill>
                <a:latin typeface="Arial"/>
                <a:ea typeface="Arial"/>
                <a:cs typeface="Arial"/>
              </a:defRPr>
            </a:defPPr>
            <a:lvl1pPr algn="l">
              <a:buNone/>
              <a:defRPr sz="2025" b="0">
                <a:solidFill>
                  <a:srgbClr val="5B6863"/>
                </a:solidFill>
                <a:latin typeface="Arial"/>
                <a:ea typeface="Arial"/>
                <a:cs typeface="Arial"/>
              </a:defRPr>
            </a:lvl1pPr>
            <a:lvl2pPr algn="l">
              <a:buNone/>
              <a:defRPr sz="2025" b="0">
                <a:solidFill>
                  <a:srgbClr val="5B6863"/>
                </a:solidFill>
                <a:latin typeface="Arial"/>
                <a:ea typeface="Arial"/>
                <a:cs typeface="Arial"/>
              </a:defRPr>
            </a:lvl2pPr>
            <a:lvl3pPr algn="l">
              <a:buNone/>
              <a:defRPr sz="2025" b="0">
                <a:solidFill>
                  <a:srgbClr val="5B6863"/>
                </a:solidFill>
                <a:latin typeface="Arial"/>
                <a:ea typeface="Arial"/>
                <a:cs typeface="Arial"/>
              </a:defRPr>
            </a:lvl3pPr>
            <a:lvl4pPr algn="l">
              <a:buNone/>
              <a:defRPr sz="2025" b="0">
                <a:solidFill>
                  <a:srgbClr val="5B6863"/>
                </a:solidFill>
                <a:latin typeface="Arial"/>
                <a:ea typeface="Arial"/>
                <a:cs typeface="Arial"/>
              </a:defRPr>
            </a:lvl4pPr>
            <a:lvl5pPr algn="l">
              <a:buNone/>
              <a:defRPr sz="2025" b="0">
                <a:solidFill>
                  <a:srgbClr val="5B6863"/>
                </a:solidFill>
                <a:latin typeface="Arial"/>
                <a:ea typeface="Arial"/>
                <a:cs typeface="Arial"/>
              </a:defRPr>
            </a:lvl5pPr>
            <a:lvl6pPr algn="l">
              <a:buNone/>
              <a:defRPr sz="2025" b="0">
                <a:solidFill>
                  <a:srgbClr val="5B6863"/>
                </a:solidFill>
                <a:latin typeface="Arial"/>
                <a:ea typeface="Arial"/>
                <a:cs typeface="Arial"/>
              </a:defRPr>
            </a:lvl6pPr>
            <a:lvl7pPr algn="l">
              <a:buNone/>
              <a:defRPr sz="2025" b="0">
                <a:solidFill>
                  <a:srgbClr val="5B6863"/>
                </a:solidFill>
                <a:latin typeface="Arial"/>
                <a:ea typeface="Arial"/>
                <a:cs typeface="Arial"/>
              </a:defRPr>
            </a:lvl7pPr>
            <a:lvl8pPr algn="l">
              <a:buNone/>
              <a:defRPr sz="2025" b="0">
                <a:solidFill>
                  <a:srgbClr val="5B6863"/>
                </a:solidFill>
                <a:latin typeface="Arial"/>
                <a:ea typeface="Arial"/>
                <a:cs typeface="Arial"/>
              </a:defRPr>
            </a:lvl8pPr>
            <a:lvl9pPr algn="l">
              <a:buNone/>
              <a:defRPr sz="2025" b="0">
                <a:solidFill>
                  <a:srgbClr val="5B6863"/>
                </a:solidFill>
                <a:latin typeface="Arial"/>
                <a:ea typeface="Arial"/>
                <a:cs typeface="Arial"/>
              </a:defRPr>
            </a:lvl9pPr>
          </a:lstStyle>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PostgreSQL como fuente de información de FoodSave</a:t>
            </a:r>
          </a:p>
        </p:txBody>
      </p:sp>
      <p:sp>
        <p:nvSpPr>
          <p:cNvPr id="3" name="38 tablas · 357 columnas · 67 FK">
            <a:extLst xmlns:a="http://schemas.openxmlformats.org/drawingml/2006/main">
              <a:ext uri="{FF2B5EF4-FFF2-40B4-BE49-F238E27FC236}">
                <a16:creationId xmlns:a16="http://schemas.microsoft.com/office/drawing/2014/main" id="{A3103339-2A2A-42D9-A515-D511D4D31FFD}"/>
              </a:ext>
            </a:extLst>
          </p:cNvPr>
          <p:cNvSpPr>
            <a:spLocks xmlns:a="http://schemas.openxmlformats.org/drawingml/2006/main" noGrp="1"/>
          </p:cNvSpPr>
          <p:nvPr/>
        </p:nvSpPr>
        <p:spPr>
          <a:xfrm xmlns:a="http://schemas.openxmlformats.org/drawingml/2006/main">
            <a:off x="685800" y="2400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7604E"/>
                </a:solidFill>
                <a:latin typeface="Arial"/>
                <a:ea typeface="Arial"/>
                <a:cs typeface="Arial"/>
              </a:defRPr>
            </a:defPPr>
            <a:lvl1pPr algn="l">
              <a:buNone/>
              <a:defRPr sz="3600" b="1">
                <a:solidFill>
                  <a:srgbClr val="17604E"/>
                </a:solidFill>
                <a:latin typeface="Arial"/>
                <a:ea typeface="Arial"/>
                <a:cs typeface="Arial"/>
              </a:defRPr>
            </a:lvl1pPr>
            <a:lvl2pPr algn="l">
              <a:buNone/>
              <a:defRPr sz="3600" b="1">
                <a:solidFill>
                  <a:srgbClr val="17604E"/>
                </a:solidFill>
                <a:latin typeface="Arial"/>
                <a:ea typeface="Arial"/>
                <a:cs typeface="Arial"/>
              </a:defRPr>
            </a:lvl2pPr>
            <a:lvl3pPr algn="l">
              <a:buNone/>
              <a:defRPr sz="3600" b="1">
                <a:solidFill>
                  <a:srgbClr val="17604E"/>
                </a:solidFill>
                <a:latin typeface="Arial"/>
                <a:ea typeface="Arial"/>
                <a:cs typeface="Arial"/>
              </a:defRPr>
            </a:lvl3pPr>
            <a:lvl4pPr algn="l">
              <a:buNone/>
              <a:defRPr sz="3600" b="1">
                <a:solidFill>
                  <a:srgbClr val="17604E"/>
                </a:solidFill>
                <a:latin typeface="Arial"/>
                <a:ea typeface="Arial"/>
                <a:cs typeface="Arial"/>
              </a:defRPr>
            </a:lvl4pPr>
            <a:lvl5pPr algn="l">
              <a:buNone/>
              <a:defRPr sz="3600" b="1">
                <a:solidFill>
                  <a:srgbClr val="17604E"/>
                </a:solidFill>
                <a:latin typeface="Arial"/>
                <a:ea typeface="Arial"/>
                <a:cs typeface="Arial"/>
              </a:defRPr>
            </a:lvl5pPr>
            <a:lvl6pPr algn="l">
              <a:buNone/>
              <a:defRPr sz="3600" b="1">
                <a:solidFill>
                  <a:srgbClr val="17604E"/>
                </a:solidFill>
                <a:latin typeface="Arial"/>
                <a:ea typeface="Arial"/>
                <a:cs typeface="Arial"/>
              </a:defRPr>
            </a:lvl6pPr>
            <a:lvl7pPr algn="l">
              <a:buNone/>
              <a:defRPr sz="3600" b="1">
                <a:solidFill>
                  <a:srgbClr val="17604E"/>
                </a:solidFill>
                <a:latin typeface="Arial"/>
                <a:ea typeface="Arial"/>
                <a:cs typeface="Arial"/>
              </a:defRPr>
            </a:lvl7pPr>
            <a:lvl8pPr algn="l">
              <a:buNone/>
              <a:defRPr sz="3600" b="1">
                <a:solidFill>
                  <a:srgbClr val="17604E"/>
                </a:solidFill>
                <a:latin typeface="Arial"/>
                <a:ea typeface="Arial"/>
                <a:cs typeface="Arial"/>
              </a:defRPr>
            </a:lvl8pPr>
            <a:lvl9pPr algn="l">
              <a:buNone/>
              <a:defRPr sz="3600" b="1">
                <a:solidFill>
                  <a:srgbClr val="17604E"/>
                </a:solidFill>
                <a:latin typeface="Arial"/>
                <a:ea typeface="Arial"/>
                <a:cs typeface="Arial"/>
              </a:defRPr>
            </a:lvl9pPr>
          </a:lstStyle>
          <a:p xmlns:a="http://schemas.openxmlformats.org/drawingml/2006/main">
            <a:pPr algn="l">
              <a:buNone/>
              <a:defRPr sz="3600" b="1">
                <a:solidFill>
                  <a:srgbClr val="17604E"/>
                </a:solidFill>
                <a:latin typeface="Arial"/>
                <a:ea typeface="Arial"/>
                <a:cs typeface="Arial"/>
              </a:defRPr>
            </a:pPr>
            <a:r>
              <a:rPr sz="3600" b="1">
                <a:solidFill>
                  <a:srgbClr val="17604E"/>
                </a:solidFill>
                <a:latin typeface="Arial"/>
                <a:ea typeface="Arial"/>
                <a:cs typeface="Arial"/>
              </a:rPr>
              <a:t>38 tablas · 357 columnas · 67 FK</a:t>
            </a:r>
          </a:p>
        </p:txBody>
      </p:sp>
      <p:sp>
        <p:nvSpPr>
          <p:cNvPr id="4" name="Ventas y revisiones · modelos y pronósticos · recetas y planes Lo">
            <a:extLst xmlns:a="http://schemas.openxmlformats.org/drawingml/2006/main">
              <a:ext uri="{FF2B5EF4-FFF2-40B4-BE49-F238E27FC236}">
                <a16:creationId xmlns:a16="http://schemas.microsoft.com/office/drawing/2014/main" id="{C38BA04F-3878-46B9-ADCC-66B81AD8A675}"/>
              </a:ext>
            </a:extLst>
          </p:cNvPr>
          <p:cNvSpPr>
            <a:spLocks xmlns:a="http://schemas.openxmlformats.org/drawingml/2006/main" noGrp="1"/>
          </p:cNvSpPr>
          <p:nvPr/>
        </p:nvSpPr>
        <p:spPr>
          <a:xfrm xmlns:a="http://schemas.openxmlformats.org/drawingml/2006/main">
            <a:off x="685800" y="3400425"/>
            <a:ext cx="10820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211E"/>
                </a:solidFill>
                <a:latin typeface="Arial"/>
                <a:ea typeface="Arial"/>
                <a:cs typeface="Arial"/>
              </a:defRPr>
            </a:defPPr>
            <a:lvl1pPr algn="l">
              <a:buNone/>
              <a:defRPr sz="2175" b="0">
                <a:solidFill>
                  <a:srgbClr val="18211E"/>
                </a:solidFill>
                <a:latin typeface="Arial"/>
                <a:ea typeface="Arial"/>
                <a:cs typeface="Arial"/>
              </a:defRPr>
            </a:lvl1pPr>
            <a:lvl2pPr algn="l">
              <a:buNone/>
              <a:defRPr sz="2175" b="0">
                <a:solidFill>
                  <a:srgbClr val="18211E"/>
                </a:solidFill>
                <a:latin typeface="Arial"/>
                <a:ea typeface="Arial"/>
                <a:cs typeface="Arial"/>
              </a:defRPr>
            </a:lvl2pPr>
            <a:lvl3pPr algn="l">
              <a:buNone/>
              <a:defRPr sz="2175" b="0">
                <a:solidFill>
                  <a:srgbClr val="18211E"/>
                </a:solidFill>
                <a:latin typeface="Arial"/>
                <a:ea typeface="Arial"/>
                <a:cs typeface="Arial"/>
              </a:defRPr>
            </a:lvl3pPr>
            <a:lvl4pPr algn="l">
              <a:buNone/>
              <a:defRPr sz="2175" b="0">
                <a:solidFill>
                  <a:srgbClr val="18211E"/>
                </a:solidFill>
                <a:latin typeface="Arial"/>
                <a:ea typeface="Arial"/>
                <a:cs typeface="Arial"/>
              </a:defRPr>
            </a:lvl4pPr>
            <a:lvl5pPr algn="l">
              <a:buNone/>
              <a:defRPr sz="2175" b="0">
                <a:solidFill>
                  <a:srgbClr val="18211E"/>
                </a:solidFill>
                <a:latin typeface="Arial"/>
                <a:ea typeface="Arial"/>
                <a:cs typeface="Arial"/>
              </a:defRPr>
            </a:lvl5pPr>
            <a:lvl6pPr algn="l">
              <a:buNone/>
              <a:defRPr sz="2175" b="0">
                <a:solidFill>
                  <a:srgbClr val="18211E"/>
                </a:solidFill>
                <a:latin typeface="Arial"/>
                <a:ea typeface="Arial"/>
                <a:cs typeface="Arial"/>
              </a:defRPr>
            </a:lvl6pPr>
            <a:lvl7pPr algn="l">
              <a:buNone/>
              <a:defRPr sz="2175" b="0">
                <a:solidFill>
                  <a:srgbClr val="18211E"/>
                </a:solidFill>
                <a:latin typeface="Arial"/>
                <a:ea typeface="Arial"/>
                <a:cs typeface="Arial"/>
              </a:defRPr>
            </a:lvl7pPr>
            <a:lvl8pPr algn="l">
              <a:buNone/>
              <a:defRPr sz="2175" b="0">
                <a:solidFill>
                  <a:srgbClr val="18211E"/>
                </a:solidFill>
                <a:latin typeface="Arial"/>
                <a:ea typeface="Arial"/>
                <a:cs typeface="Arial"/>
              </a:defRPr>
            </a:lvl8pPr>
            <a:lvl9pPr algn="l">
              <a:buNone/>
              <a:defRPr sz="2175" b="0">
                <a:solidFill>
                  <a:srgbClr val="18211E"/>
                </a:solidFill>
                <a:latin typeface="Arial"/>
                <a:ea typeface="Arial"/>
                <a:cs typeface="Arial"/>
              </a:defRPr>
            </a:lvl9pPr>
          </a:lstStyle>
          <a:p xmlns:a="http://schemas.openxmlformats.org/drawingml/2006/main">
            <a:pPr algn="l">
              <a:buNone/>
              <a:defRPr sz="2175" b="0">
                <a:solidFill>
                  <a:srgbClr val="18211E"/>
                </a:solidFill>
                <a:latin typeface="Arial"/>
                <a:ea typeface="Arial"/>
                <a:cs typeface="Arial"/>
              </a:defRPr>
            </a:pPr>
            <a:r>
              <a:rPr sz="2175" b="0">
                <a:solidFill>
                  <a:srgbClr val="18211E"/>
                </a:solidFill>
                <a:latin typeface="Arial"/>
                <a:ea typeface="Arial"/>
                <a:cs typeface="Arial"/>
              </a:rPr>
              <a:t>Ventas y revisiones · modelos y pronósticos · recetas y planes</a:t>
            </a:r>
          </a:p>
          <a:p xmlns:a="http://schemas.openxmlformats.org/drawingml/2006/main">
            <a:pPr algn="l">
              <a:buNone/>
              <a:defRPr sz="2175" b="0">
                <a:solidFill>
                  <a:srgbClr val="18211E"/>
                </a:solidFill>
                <a:latin typeface="Arial"/>
                <a:ea typeface="Arial"/>
                <a:cs typeface="Arial"/>
              </a:defRPr>
            </a:pPr>
            <a:r>
              <a:rPr sz="2175" b="0">
                <a:solidFill>
                  <a:srgbClr val="18211E"/>
                </a:solidFill>
                <a:latin typeface="Arial"/>
                <a:ea typeface="Arial"/>
                <a:cs typeface="Arial"/>
              </a:rPr>
              <a:t>Lotes y movimientos · compras y recepciones · tareas y promociones</a:t>
            </a:r>
          </a:p>
        </p:txBody>
      </p:sp>
      <p:sp>
        <p:nvSpPr>
          <p:cNvPr id="5" name="PK identifica cada registro. FK relaciona sus entidades. Versione">
            <a:extLst xmlns:a="http://schemas.openxmlformats.org/drawingml/2006/main">
              <a:ext uri="{FF2B5EF4-FFF2-40B4-BE49-F238E27FC236}">
                <a16:creationId xmlns:a16="http://schemas.microsoft.com/office/drawing/2014/main" id="{051C93F6-98D8-48C3-B294-C2EF34FCCFF4}"/>
              </a:ext>
            </a:extLst>
          </p:cNvPr>
          <p:cNvSpPr>
            <a:spLocks xmlns:a="http://schemas.openxmlformats.org/drawingml/2006/main" noGrp="1"/>
          </p:cNvSpPr>
          <p:nvPr/>
        </p:nvSpPr>
        <p:spPr>
          <a:xfrm xmlns:a="http://schemas.openxmlformats.org/drawingml/2006/main">
            <a:off x="685800" y="47434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E3B31"/>
                </a:solidFill>
                <a:latin typeface="Arial"/>
                <a:ea typeface="Arial"/>
                <a:cs typeface="Arial"/>
              </a:defRPr>
            </a:defPPr>
            <a:lvl1pPr algn="l">
              <a:buNone/>
              <a:defRPr sz="2175" b="1">
                <a:solidFill>
                  <a:srgbClr val="0E3B31"/>
                </a:solidFill>
                <a:latin typeface="Arial"/>
                <a:ea typeface="Arial"/>
                <a:cs typeface="Arial"/>
              </a:defRPr>
            </a:lvl1pPr>
            <a:lvl2pPr algn="l">
              <a:buNone/>
              <a:defRPr sz="2175" b="1">
                <a:solidFill>
                  <a:srgbClr val="0E3B31"/>
                </a:solidFill>
                <a:latin typeface="Arial"/>
                <a:ea typeface="Arial"/>
                <a:cs typeface="Arial"/>
              </a:defRPr>
            </a:lvl2pPr>
            <a:lvl3pPr algn="l">
              <a:buNone/>
              <a:defRPr sz="2175" b="1">
                <a:solidFill>
                  <a:srgbClr val="0E3B31"/>
                </a:solidFill>
                <a:latin typeface="Arial"/>
                <a:ea typeface="Arial"/>
                <a:cs typeface="Arial"/>
              </a:defRPr>
            </a:lvl3pPr>
            <a:lvl4pPr algn="l">
              <a:buNone/>
              <a:defRPr sz="2175" b="1">
                <a:solidFill>
                  <a:srgbClr val="0E3B31"/>
                </a:solidFill>
                <a:latin typeface="Arial"/>
                <a:ea typeface="Arial"/>
                <a:cs typeface="Arial"/>
              </a:defRPr>
            </a:lvl4pPr>
            <a:lvl5pPr algn="l">
              <a:buNone/>
              <a:defRPr sz="2175" b="1">
                <a:solidFill>
                  <a:srgbClr val="0E3B31"/>
                </a:solidFill>
                <a:latin typeface="Arial"/>
                <a:ea typeface="Arial"/>
                <a:cs typeface="Arial"/>
              </a:defRPr>
            </a:lvl5pPr>
            <a:lvl6pPr algn="l">
              <a:buNone/>
              <a:defRPr sz="2175" b="1">
                <a:solidFill>
                  <a:srgbClr val="0E3B31"/>
                </a:solidFill>
                <a:latin typeface="Arial"/>
                <a:ea typeface="Arial"/>
                <a:cs typeface="Arial"/>
              </a:defRPr>
            </a:lvl6pPr>
            <a:lvl7pPr algn="l">
              <a:buNone/>
              <a:defRPr sz="2175" b="1">
                <a:solidFill>
                  <a:srgbClr val="0E3B31"/>
                </a:solidFill>
                <a:latin typeface="Arial"/>
                <a:ea typeface="Arial"/>
                <a:cs typeface="Arial"/>
              </a:defRPr>
            </a:lvl7pPr>
            <a:lvl8pPr algn="l">
              <a:buNone/>
              <a:defRPr sz="2175" b="1">
                <a:solidFill>
                  <a:srgbClr val="0E3B31"/>
                </a:solidFill>
                <a:latin typeface="Arial"/>
                <a:ea typeface="Arial"/>
                <a:cs typeface="Arial"/>
              </a:defRPr>
            </a:lvl8pPr>
            <a:lvl9pPr algn="l">
              <a:buNone/>
              <a:defRPr sz="2175" b="1">
                <a:solidFill>
                  <a:srgbClr val="0E3B31"/>
                </a:solidFill>
                <a:latin typeface="Arial"/>
                <a:ea typeface="Arial"/>
                <a:cs typeface="Arial"/>
              </a:defRPr>
            </a:lvl9pPr>
          </a:lstStyle>
          <a:p xmlns:a="http://schemas.openxmlformats.org/drawingml/2006/main">
            <a:pPr algn="l">
              <a:buNone/>
              <a:defRPr sz="2175" b="1">
                <a:solidFill>
                  <a:srgbClr val="0E3B31"/>
                </a:solidFill>
                <a:latin typeface="Arial"/>
                <a:ea typeface="Arial"/>
                <a:cs typeface="Arial"/>
              </a:defRPr>
            </a:pPr>
            <a:r>
              <a:rPr sz="2175" b="1">
                <a:solidFill>
                  <a:srgbClr val="0E3B31"/>
                </a:solidFill>
                <a:latin typeface="Arial"/>
                <a:ea typeface="Arial"/>
                <a:cs typeface="Arial"/>
              </a:rPr>
              <a:t>PK identifica cada registro. FK relaciona sus entidades.</a:t>
            </a:r>
          </a:p>
          <a:p xmlns:a="http://schemas.openxmlformats.org/drawingml/2006/main">
            <a:pPr algn="l">
              <a:buNone/>
              <a:defRPr sz="2175" b="1">
                <a:solidFill>
                  <a:srgbClr val="0E3B31"/>
                </a:solidFill>
                <a:latin typeface="Arial"/>
                <a:ea typeface="Arial"/>
                <a:cs typeface="Arial"/>
              </a:defRPr>
            </a:pPr>
            <a:r>
              <a:rPr sz="2175" b="1">
                <a:solidFill>
                  <a:srgbClr val="0E3B31"/>
                </a:solidFill>
                <a:latin typeface="Arial"/>
                <a:ea typeface="Arial"/>
                <a:cs typeface="Arial"/>
              </a:rPr>
              <a:t>Versiones y lecturas conservadas explican cada cálculo.</a:t>
            </a:r>
          </a:p>
        </p:txBody>
      </p:sp>
      <p:sp>
        <p:nvSpPr>
          <p:cNvPr id="6" name="Esquema de código hasta 0019; no certifica su despliegue. Pagos d">
            <a:extLst xmlns:a="http://schemas.openxmlformats.org/drawingml/2006/main">
              <a:ext uri="{FF2B5EF4-FFF2-40B4-BE49-F238E27FC236}">
                <a16:creationId xmlns:a16="http://schemas.microsoft.com/office/drawing/2014/main" id="{CE4B9B8C-267A-4FD0-93AF-A0ABCBA7AF24}"/>
              </a:ext>
            </a:extLst>
          </p:cNvPr>
          <p:cNvSpPr>
            <a:spLocks xmlns:a="http://schemas.openxmlformats.org/drawingml/2006/main" noGrp="1"/>
          </p:cNvSpPr>
          <p:nvPr/>
        </p:nvSpPr>
        <p:spPr>
          <a:xfrm xmlns:a="http://schemas.openxmlformats.org/drawingml/2006/main">
            <a:off x="685800" y="57912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B6863"/>
                </a:solidFill>
                <a:latin typeface="Arial"/>
                <a:ea typeface="Arial"/>
                <a:cs typeface="Arial"/>
              </a:defRPr>
            </a:defPPr>
            <a:lvl1pPr algn="l">
              <a:buNone/>
              <a:defRPr sz="1650" b="0">
                <a:solidFill>
                  <a:srgbClr val="5B6863"/>
                </a:solidFill>
                <a:latin typeface="Arial"/>
                <a:ea typeface="Arial"/>
                <a:cs typeface="Arial"/>
              </a:defRPr>
            </a:lvl1pPr>
            <a:lvl2pPr algn="l">
              <a:buNone/>
              <a:defRPr sz="1650" b="0">
                <a:solidFill>
                  <a:srgbClr val="5B6863"/>
                </a:solidFill>
                <a:latin typeface="Arial"/>
                <a:ea typeface="Arial"/>
                <a:cs typeface="Arial"/>
              </a:defRPr>
            </a:lvl2pPr>
            <a:lvl3pPr algn="l">
              <a:buNone/>
              <a:defRPr sz="1650" b="0">
                <a:solidFill>
                  <a:srgbClr val="5B6863"/>
                </a:solidFill>
                <a:latin typeface="Arial"/>
                <a:ea typeface="Arial"/>
                <a:cs typeface="Arial"/>
              </a:defRPr>
            </a:lvl3pPr>
            <a:lvl4pPr algn="l">
              <a:buNone/>
              <a:defRPr sz="1650" b="0">
                <a:solidFill>
                  <a:srgbClr val="5B6863"/>
                </a:solidFill>
                <a:latin typeface="Arial"/>
                <a:ea typeface="Arial"/>
                <a:cs typeface="Arial"/>
              </a:defRPr>
            </a:lvl4pPr>
            <a:lvl5pPr algn="l">
              <a:buNone/>
              <a:defRPr sz="1650" b="0">
                <a:solidFill>
                  <a:srgbClr val="5B6863"/>
                </a:solidFill>
                <a:latin typeface="Arial"/>
                <a:ea typeface="Arial"/>
                <a:cs typeface="Arial"/>
              </a:defRPr>
            </a:lvl5pPr>
            <a:lvl6pPr algn="l">
              <a:buNone/>
              <a:defRPr sz="1650" b="0">
                <a:solidFill>
                  <a:srgbClr val="5B6863"/>
                </a:solidFill>
                <a:latin typeface="Arial"/>
                <a:ea typeface="Arial"/>
                <a:cs typeface="Arial"/>
              </a:defRPr>
            </a:lvl6pPr>
            <a:lvl7pPr algn="l">
              <a:buNone/>
              <a:defRPr sz="1650" b="0">
                <a:solidFill>
                  <a:srgbClr val="5B6863"/>
                </a:solidFill>
                <a:latin typeface="Arial"/>
                <a:ea typeface="Arial"/>
                <a:cs typeface="Arial"/>
              </a:defRPr>
            </a:lvl7pPr>
            <a:lvl8pPr algn="l">
              <a:buNone/>
              <a:defRPr sz="1650" b="0">
                <a:solidFill>
                  <a:srgbClr val="5B6863"/>
                </a:solidFill>
                <a:latin typeface="Arial"/>
                <a:ea typeface="Arial"/>
                <a:cs typeface="Arial"/>
              </a:defRPr>
            </a:lvl8pPr>
            <a:lvl9pPr algn="l">
              <a:buNone/>
              <a:defRPr sz="1650" b="0">
                <a:solidFill>
                  <a:srgbClr val="5B6863"/>
                </a:solidFill>
                <a:latin typeface="Arial"/>
                <a:ea typeface="Arial"/>
                <a:cs typeface="Arial"/>
              </a:defRPr>
            </a:lvl9pPr>
          </a:lstStyle>
          <a:p xmlns:a="http://schemas.openxmlformats.org/drawingml/2006/main">
            <a:pPr algn="l">
              <a:buNone/>
              <a:defRPr sz="1650" b="0">
                <a:solidFill>
                  <a:srgbClr val="5B6863"/>
                </a:solidFill>
                <a:latin typeface="Arial"/>
                <a:ea typeface="Arial"/>
                <a:cs typeface="Arial"/>
              </a:defRPr>
            </a:pPr>
            <a:r>
              <a:rPr sz="1650" b="0">
                <a:solidFill>
                  <a:srgbClr val="5B6863"/>
                </a:solidFill>
                <a:latin typeface="Arial"/>
                <a:ea typeface="Arial"/>
                <a:cs typeface="Arial"/>
              </a:rPr>
              <a:t>Esquema de código hasta 0019; no certifica su despliegue. Pagos de tienda en otra base.</a:t>
            </a:r>
          </a:p>
        </p:txBody>
      </p:sp>
      <p:sp>
        <p:nvSpPr>
          <p:cNvPr id="7" name="ER completo con campos y claves en Mermaid · consultar en Google ">
            <a:extLst xmlns:a="http://schemas.openxmlformats.org/drawingml/2006/main">
              <a:ext uri="{FF2B5EF4-FFF2-40B4-BE49-F238E27FC236}">
                <a16:creationId xmlns:a16="http://schemas.microsoft.com/office/drawing/2014/main" id="{2D94885D-6389-4E5D-818E-780DC149A31E}"/>
              </a:ext>
            </a:extLst>
          </p:cNvPr>
          <p:cNvSpPr>
            <a:spLocks xmlns:a="http://schemas.openxmlformats.org/drawingml/2006/main" noGrp="1"/>
          </p:cNvSpPr>
          <p:nvPr/>
        </p:nvSpPr>
        <p:spPr>
          <a:xfrm xmlns:a="http://schemas.openxmlformats.org/drawingml/2006/main">
            <a:off x="685800" y="61150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7604E"/>
                </a:solidFill>
                <a:latin typeface="Arial"/>
                <a:ea typeface="Arial"/>
                <a:cs typeface="Arial"/>
              </a:defRPr>
            </a:defPPr>
            <a:lvl1pPr algn="l">
              <a:buNone/>
              <a:defRPr sz="1725" b="1">
                <a:solidFill>
                  <a:srgbClr val="17604E"/>
                </a:solidFill>
                <a:latin typeface="Arial"/>
                <a:ea typeface="Arial"/>
                <a:cs typeface="Arial"/>
              </a:defRPr>
            </a:lvl1pPr>
            <a:lvl2pPr algn="l">
              <a:buNone/>
              <a:defRPr sz="1725" b="1">
                <a:solidFill>
                  <a:srgbClr val="17604E"/>
                </a:solidFill>
                <a:latin typeface="Arial"/>
                <a:ea typeface="Arial"/>
                <a:cs typeface="Arial"/>
              </a:defRPr>
            </a:lvl2pPr>
            <a:lvl3pPr algn="l">
              <a:buNone/>
              <a:defRPr sz="1725" b="1">
                <a:solidFill>
                  <a:srgbClr val="17604E"/>
                </a:solidFill>
                <a:latin typeface="Arial"/>
                <a:ea typeface="Arial"/>
                <a:cs typeface="Arial"/>
              </a:defRPr>
            </a:lvl3pPr>
            <a:lvl4pPr algn="l">
              <a:buNone/>
              <a:defRPr sz="1725" b="1">
                <a:solidFill>
                  <a:srgbClr val="17604E"/>
                </a:solidFill>
                <a:latin typeface="Arial"/>
                <a:ea typeface="Arial"/>
                <a:cs typeface="Arial"/>
              </a:defRPr>
            </a:lvl4pPr>
            <a:lvl5pPr algn="l">
              <a:buNone/>
              <a:defRPr sz="1725" b="1">
                <a:solidFill>
                  <a:srgbClr val="17604E"/>
                </a:solidFill>
                <a:latin typeface="Arial"/>
                <a:ea typeface="Arial"/>
                <a:cs typeface="Arial"/>
              </a:defRPr>
            </a:lvl5pPr>
            <a:lvl6pPr algn="l">
              <a:buNone/>
              <a:defRPr sz="1725" b="1">
                <a:solidFill>
                  <a:srgbClr val="17604E"/>
                </a:solidFill>
                <a:latin typeface="Arial"/>
                <a:ea typeface="Arial"/>
                <a:cs typeface="Arial"/>
              </a:defRPr>
            </a:lvl6pPr>
            <a:lvl7pPr algn="l">
              <a:buNone/>
              <a:defRPr sz="1725" b="1">
                <a:solidFill>
                  <a:srgbClr val="17604E"/>
                </a:solidFill>
                <a:latin typeface="Arial"/>
                <a:ea typeface="Arial"/>
                <a:cs typeface="Arial"/>
              </a:defRPr>
            </a:lvl7pPr>
            <a:lvl8pPr algn="l">
              <a:buNone/>
              <a:defRPr sz="1725" b="1">
                <a:solidFill>
                  <a:srgbClr val="17604E"/>
                </a:solidFill>
                <a:latin typeface="Arial"/>
                <a:ea typeface="Arial"/>
                <a:cs typeface="Arial"/>
              </a:defRPr>
            </a:lvl8pPr>
            <a:lvl9pPr algn="l">
              <a:buNone/>
              <a:defRPr sz="1725" b="1">
                <a:solidFill>
                  <a:srgbClr val="17604E"/>
                </a:solidFill>
                <a:latin typeface="Arial"/>
                <a:ea typeface="Arial"/>
                <a:cs typeface="Arial"/>
              </a:defRPr>
            </a:lvl9pPr>
          </a:lstStyle>
          <a:p xmlns:a="http://schemas.openxmlformats.org/drawingml/2006/main">
            <a:pPr algn="l">
              <a:buNone/>
              <a:defRPr sz="1725" b="1">
                <a:solidFill>
                  <a:srgbClr val="17604E"/>
                </a:solidFill>
                <a:latin typeface="Arial"/>
                <a:ea typeface="Arial"/>
                <a:cs typeface="Arial"/>
              </a:defRPr>
            </a:pPr>
            <a:r>
              <a:rPr sz="1725" b="1">
                <a:solidFill>
                  <a:srgbClr val="17604E"/>
                </a:solidFill>
                <a:latin typeface="Arial"/>
                <a:ea typeface="Arial"/>
                <a:cs typeface="Arial"/>
              </a:rPr>
              <a:t>ER completo con campos y claves en Mermaid · consultar en Google Drive</a:t>
            </a:r>
          </a:p>
        </p:txBody>
      </p:sp>
    </p:spTree>
    <p:extLst>
      <p:ext uri="{BB962C8B-B14F-4D97-AF65-F5344CB8AC3E}">
        <p14:creationId xmlns:p14="http://schemas.microsoft.com/office/powerpoint/2010/main" val="836893904"/>
      </p:ext>
    </p:extLst>
  </p:cSld>
</p:sld>
</file>

<file path=ppt/slides/slide1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5" name="APIs e integraciones">
            <a:extLst xmlns:a="http://schemas.openxmlformats.org/drawingml/2006/main">
              <a:ext uri="{FF2B5EF4-FFF2-40B4-BE49-F238E27FC236}">
                <a16:creationId xmlns:a16="http://schemas.microsoft.com/office/drawing/2014/main" id="{7AEA0D92-1239-405A-9DE9-D2DD4C18369B}"/>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E3B31"/>
                </a:solidFill>
                <a:latin typeface="Arial"/>
                <a:ea typeface="Arial"/>
                <a:cs typeface="Arial"/>
              </a:defRPr>
            </a:defPPr>
            <a:lvl1pPr algn="l">
              <a:buNone/>
              <a:defRPr sz="3600" b="1">
                <a:solidFill>
                  <a:srgbClr val="0E3B31"/>
                </a:solidFill>
                <a:latin typeface="Arial"/>
                <a:ea typeface="Arial"/>
                <a:cs typeface="Arial"/>
              </a:defRPr>
            </a:lvl1pPr>
            <a:lvl2pPr algn="l">
              <a:buNone/>
              <a:defRPr sz="3600" b="1">
                <a:solidFill>
                  <a:srgbClr val="0E3B31"/>
                </a:solidFill>
                <a:latin typeface="Arial"/>
                <a:ea typeface="Arial"/>
                <a:cs typeface="Arial"/>
              </a:defRPr>
            </a:lvl2pPr>
            <a:lvl3pPr algn="l">
              <a:buNone/>
              <a:defRPr sz="3600" b="1">
                <a:solidFill>
                  <a:srgbClr val="0E3B31"/>
                </a:solidFill>
                <a:latin typeface="Arial"/>
                <a:ea typeface="Arial"/>
                <a:cs typeface="Arial"/>
              </a:defRPr>
            </a:lvl3pPr>
            <a:lvl4pPr algn="l">
              <a:buNone/>
              <a:defRPr sz="3600" b="1">
                <a:solidFill>
                  <a:srgbClr val="0E3B31"/>
                </a:solidFill>
                <a:latin typeface="Arial"/>
                <a:ea typeface="Arial"/>
                <a:cs typeface="Arial"/>
              </a:defRPr>
            </a:lvl4pPr>
            <a:lvl5pPr algn="l">
              <a:buNone/>
              <a:defRPr sz="3600" b="1">
                <a:solidFill>
                  <a:srgbClr val="0E3B31"/>
                </a:solidFill>
                <a:latin typeface="Arial"/>
                <a:ea typeface="Arial"/>
                <a:cs typeface="Arial"/>
              </a:defRPr>
            </a:lvl5pPr>
            <a:lvl6pPr algn="l">
              <a:buNone/>
              <a:defRPr sz="3600" b="1">
                <a:solidFill>
                  <a:srgbClr val="0E3B31"/>
                </a:solidFill>
                <a:latin typeface="Arial"/>
                <a:ea typeface="Arial"/>
                <a:cs typeface="Arial"/>
              </a:defRPr>
            </a:lvl6pPr>
            <a:lvl7pPr algn="l">
              <a:buNone/>
              <a:defRPr sz="3600" b="1">
                <a:solidFill>
                  <a:srgbClr val="0E3B31"/>
                </a:solidFill>
                <a:latin typeface="Arial"/>
                <a:ea typeface="Arial"/>
                <a:cs typeface="Arial"/>
              </a:defRPr>
            </a:lvl7pPr>
            <a:lvl8pPr algn="l">
              <a:buNone/>
              <a:defRPr sz="3600" b="1">
                <a:solidFill>
                  <a:srgbClr val="0E3B31"/>
                </a:solidFill>
                <a:latin typeface="Arial"/>
                <a:ea typeface="Arial"/>
                <a:cs typeface="Arial"/>
              </a:defRPr>
            </a:lvl8pPr>
            <a:lvl9pPr algn="l">
              <a:buNone/>
              <a:defRPr sz="3600" b="1">
                <a:solidFill>
                  <a:srgbClr val="0E3B31"/>
                </a:solidFill>
                <a:latin typeface="Arial"/>
                <a:ea typeface="Arial"/>
                <a:cs typeface="Arial"/>
              </a:defRPr>
            </a:lvl9pPr>
          </a:lstStyle>
          <a:p xmlns:a="http://schemas.openxmlformats.org/drawingml/2006/main">
            <a:pPr algn="l">
              <a:buNone/>
              <a:defRPr sz="3600" b="1">
                <a:solidFill>
                  <a:srgbClr val="0E3B31"/>
                </a:solidFill>
                <a:latin typeface="Arial"/>
                <a:ea typeface="Arial"/>
                <a:cs typeface="Arial"/>
              </a:defRPr>
            </a:pPr>
            <a:r>
              <a:rPr sz="3600" b="1">
                <a:solidFill>
                  <a:srgbClr val="0E3B31"/>
                </a:solidFill>
                <a:latin typeface="Arial"/>
                <a:ea typeface="Arial"/>
                <a:cs typeface="Arial"/>
              </a:rPr>
              <a:t>APIs e integraciones</a:t>
            </a:r>
          </a:p>
        </p:txBody>
      </p:sp>
      <p:sp>
        <p:nvSpPr>
          <p:cNvPr id="2" name="Interfaces HTTP para consultar, programar y gestionar el sistema">
            <a:extLst xmlns:a="http://schemas.openxmlformats.org/drawingml/2006/main">
              <a:ext uri="{FF2B5EF4-FFF2-40B4-BE49-F238E27FC236}">
                <a16:creationId xmlns:a16="http://schemas.microsoft.com/office/drawing/2014/main" id="{0AC4CD0B-B66C-48E9-B0EC-8505734D5F3F}"/>
              </a:ext>
            </a:extLst>
          </p:cNvPr>
          <p:cNvSpPr>
            <a:spLocks xmlns:a="http://schemas.openxmlformats.org/drawingml/2006/main" noGrp="1"/>
          </p:cNvSpPr>
          <p:nvPr/>
        </p:nvSpPr>
        <p:spPr>
          <a:xfrm xmlns:a="http://schemas.openxmlformats.org/drawingml/2006/main">
            <a:off x="685800" y="1504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B6863"/>
                </a:solidFill>
                <a:latin typeface="Arial"/>
                <a:ea typeface="Arial"/>
                <a:cs typeface="Arial"/>
              </a:defRPr>
            </a:defPPr>
            <a:lvl1pPr algn="l">
              <a:buNone/>
              <a:defRPr sz="2025" b="0">
                <a:solidFill>
                  <a:srgbClr val="5B6863"/>
                </a:solidFill>
                <a:latin typeface="Arial"/>
                <a:ea typeface="Arial"/>
                <a:cs typeface="Arial"/>
              </a:defRPr>
            </a:lvl1pPr>
            <a:lvl2pPr algn="l">
              <a:buNone/>
              <a:defRPr sz="2025" b="0">
                <a:solidFill>
                  <a:srgbClr val="5B6863"/>
                </a:solidFill>
                <a:latin typeface="Arial"/>
                <a:ea typeface="Arial"/>
                <a:cs typeface="Arial"/>
              </a:defRPr>
            </a:lvl2pPr>
            <a:lvl3pPr algn="l">
              <a:buNone/>
              <a:defRPr sz="2025" b="0">
                <a:solidFill>
                  <a:srgbClr val="5B6863"/>
                </a:solidFill>
                <a:latin typeface="Arial"/>
                <a:ea typeface="Arial"/>
                <a:cs typeface="Arial"/>
              </a:defRPr>
            </a:lvl3pPr>
            <a:lvl4pPr algn="l">
              <a:buNone/>
              <a:defRPr sz="2025" b="0">
                <a:solidFill>
                  <a:srgbClr val="5B6863"/>
                </a:solidFill>
                <a:latin typeface="Arial"/>
                <a:ea typeface="Arial"/>
                <a:cs typeface="Arial"/>
              </a:defRPr>
            </a:lvl4pPr>
            <a:lvl5pPr algn="l">
              <a:buNone/>
              <a:defRPr sz="2025" b="0">
                <a:solidFill>
                  <a:srgbClr val="5B6863"/>
                </a:solidFill>
                <a:latin typeface="Arial"/>
                <a:ea typeface="Arial"/>
                <a:cs typeface="Arial"/>
              </a:defRPr>
            </a:lvl5pPr>
            <a:lvl6pPr algn="l">
              <a:buNone/>
              <a:defRPr sz="2025" b="0">
                <a:solidFill>
                  <a:srgbClr val="5B6863"/>
                </a:solidFill>
                <a:latin typeface="Arial"/>
                <a:ea typeface="Arial"/>
                <a:cs typeface="Arial"/>
              </a:defRPr>
            </a:lvl6pPr>
            <a:lvl7pPr algn="l">
              <a:buNone/>
              <a:defRPr sz="2025" b="0">
                <a:solidFill>
                  <a:srgbClr val="5B6863"/>
                </a:solidFill>
                <a:latin typeface="Arial"/>
                <a:ea typeface="Arial"/>
                <a:cs typeface="Arial"/>
              </a:defRPr>
            </a:lvl7pPr>
            <a:lvl8pPr algn="l">
              <a:buNone/>
              <a:defRPr sz="2025" b="0">
                <a:solidFill>
                  <a:srgbClr val="5B6863"/>
                </a:solidFill>
                <a:latin typeface="Arial"/>
                <a:ea typeface="Arial"/>
                <a:cs typeface="Arial"/>
              </a:defRPr>
            </a:lvl8pPr>
            <a:lvl9pPr algn="l">
              <a:buNone/>
              <a:defRPr sz="2025" b="0">
                <a:solidFill>
                  <a:srgbClr val="5B6863"/>
                </a:solidFill>
                <a:latin typeface="Arial"/>
                <a:ea typeface="Arial"/>
                <a:cs typeface="Arial"/>
              </a:defRPr>
            </a:lvl9pPr>
          </a:lstStyle>
          <a:p xmlns:a="http://schemas.openxmlformats.org/drawingml/2006/main">
            <a:pPr algn="l">
              <a:buNone/>
              <a:defRPr sz="2025" b="0">
                <a:solidFill>
                  <a:srgbClr val="5B6863"/>
                </a:solidFill>
                <a:latin typeface="Arial"/>
                <a:ea typeface="Arial"/>
                <a:cs typeface="Arial"/>
              </a:defRPr>
            </a:pPr>
            <a:r>
              <a:rPr sz="2025" b="0">
                <a:solidFill>
                  <a:srgbClr val="5B6863"/>
                </a:solidFill>
                <a:latin typeface="Arial"/>
                <a:ea typeface="Arial"/>
                <a:cs typeface="Arial"/>
              </a:rPr>
              <a:t>Interfaces HTTP para consultar, programar y gestionar el sistema</a:t>
            </a:r>
          </a:p>
        </p:txBody>
      </p:sp>
      <p:graphicFrame>
        <p:nvGraphicFramePr>
          <p:cNvPr id="3" name="">
            <a:extLst xmlns:a="http://schemas.openxmlformats.org/drawingml/2006/main">
              <a:ext uri="{FF2B5EF4-FFF2-40B4-BE49-F238E27FC236}">
                <a16:creationId xmlns:a16="http://schemas.microsoft.com/office/drawing/2014/main" id="{04BAA326-489F-4EFE-B0F4-BA8DB57C22D8}"/>
              </a:ext>
            </a:extLst>
          </p:cNvPr>
          <p:cNvGraphicFramePr/>
          <p:nvPr/>
        </p:nvGraphicFramePr>
        <p:xfrm>
          <a:off xmlns:a="http://schemas.openxmlformats.org/drawingml/2006/main" x="685800" y="2295525"/>
          <a:ext xmlns:a="http://schemas.openxmlformats.org/drawingml/2006/main" cx="10820400" cy="3267075"/>
        </p:xfrm>
        <a:graphic xmlns:a="http://schemas.openxmlformats.org/drawingml/2006/main">
          <a:graphicData uri="http://schemas.openxmlformats.org/drawingml/2006/table">
            <a:tbl>
              <a:tblPr firstRow="1" bandRow="0"/>
              <a:tblGrid>
                <a:gridCol w="1619250"/>
                <a:gridCol w="5200650"/>
                <a:gridCol w="4000500"/>
              </a:tblGrid>
              <a:tr h="544513">
                <a:tc>
                  <a:txBody>
                    <a:bodyPr lIns="152400" tIns="133350" rIns="152400" bIns="95250"/>
                    <a:lstStyle/>
                    <a:p>
                      <a:r>
                        <a:rPr sz="1725" b="1">
                          <a:solidFill>
                            <a:srgbClr val="FFFFFF"/>
                          </a:solidFill>
                          <a:latin typeface="Arial"/>
                          <a:ea typeface="Arial"/>
                          <a:cs typeface="Arial"/>
                        </a:rPr>
                        <a:t>Estado</a:t>
                      </a:r>
                    </a:p>
                  </a:txBody>
                  <a:tcPr marL="91440" marR="91440" marT="45720" marB="45720" anchor="ctr">
                    <a:lnL w="9525">
                      <a:solidFill>
                        <a:srgbClr val="DCE3DF"/>
                      </a:solidFill>
                      <a:prstDash val="solid"/>
                    </a:lnL>
                    <a:lnR w="9525">
                      <a:solidFill>
                        <a:srgbClr val="DCE3DF"/>
                      </a:solidFill>
                      <a:prstDash val="solid"/>
                    </a:lnR>
                    <a:lnT w="9525">
                      <a:solidFill>
                        <a:srgbClr val="DCE3DF"/>
                      </a:solidFill>
                      <a:prstDash val="solid"/>
                    </a:lnT>
                    <a:lnB w="9525">
                      <a:solidFill>
                        <a:srgbClr val="DCE3DF"/>
                      </a:solidFill>
                      <a:prstDash val="solid"/>
                    </a:lnB>
                    <a:solidFill>
                      <a:srgbClr val="0E3B31"/>
                    </a:solidFill>
                  </a:tcPr>
                </a:tc>
                <a:tc>
                  <a:txBody>
                    <a:bodyPr lIns="152400" tIns="133350" rIns="152400" bIns="95250"/>
                    <a:lstStyle/>
                    <a:p>
                      <a:r>
                        <a:rPr sz="1725" b="1">
                          <a:solidFill>
                            <a:srgbClr val="FFFFFF"/>
                          </a:solidFill>
                          <a:latin typeface="Arial"/>
                          <a:ea typeface="Arial"/>
                          <a:cs typeface="Arial"/>
                        </a:rPr>
                        <a:t>API o integración</a:t>
                      </a:r>
                    </a:p>
                  </a:txBody>
                  <a:tcPr marL="91440" marR="91440" marT="45720" marB="45720" anchor="ctr">
                    <a:lnR w="9525">
                      <a:solidFill>
                        <a:srgbClr val="DCE3DF"/>
                      </a:solidFill>
                      <a:prstDash val="solid"/>
                    </a:lnR>
                    <a:lnT w="9525">
                      <a:solidFill>
                        <a:srgbClr val="DCE3DF"/>
                      </a:solidFill>
                      <a:prstDash val="solid"/>
                    </a:lnT>
                    <a:lnB w="9525">
                      <a:solidFill>
                        <a:srgbClr val="DCE3DF"/>
                      </a:solidFill>
                      <a:prstDash val="solid"/>
                    </a:lnB>
                    <a:solidFill>
                      <a:srgbClr val="0E3B31"/>
                    </a:solidFill>
                  </a:tcPr>
                </a:tc>
                <a:tc>
                  <a:txBody>
                    <a:bodyPr lIns="152400" tIns="133350" rIns="152400" bIns="95250"/>
                    <a:lstStyle/>
                    <a:p>
                      <a:r>
                        <a:rPr sz="1725" b="1">
                          <a:solidFill>
                            <a:srgbClr val="FFFFFF"/>
                          </a:solidFill>
                          <a:latin typeface="Arial"/>
                          <a:ea typeface="Arial"/>
                          <a:cs typeface="Arial"/>
                        </a:rPr>
                        <a:t>Propósito</a:t>
                      </a:r>
                    </a:p>
                  </a:txBody>
                  <a:tcPr marL="91440" marR="91440" marT="45720" marB="45720" anchor="ctr">
                    <a:lnR w="9525">
                      <a:solidFill>
                        <a:srgbClr val="DCE3DF"/>
                      </a:solidFill>
                      <a:prstDash val="solid"/>
                    </a:lnR>
                    <a:lnT w="9525">
                      <a:solidFill>
                        <a:srgbClr val="DCE3DF"/>
                      </a:solidFill>
                      <a:prstDash val="solid"/>
                    </a:lnT>
                    <a:lnB w="9525">
                      <a:solidFill>
                        <a:srgbClr val="DCE3DF"/>
                      </a:solidFill>
                      <a:prstDash val="solid"/>
                    </a:lnB>
                    <a:solidFill>
                      <a:srgbClr val="0E3B31"/>
                    </a:solidFill>
                  </a:tcPr>
                </a:tc>
              </a:tr>
              <a:tr h="544513">
                <a:tc>
                  <a:txBody>
                    <a:bodyPr lIns="152400" tIns="133350" rIns="152400" bIns="95250"/>
                    <a:lstStyle/>
                    <a:p>
                      <a:r>
                        <a:rPr sz="1725" b="0">
                          <a:solidFill>
                            <a:srgbClr val="18211E"/>
                          </a:solidFill>
                          <a:latin typeface="Arial"/>
                          <a:ea typeface="Arial"/>
                          <a:cs typeface="Arial"/>
                        </a:rPr>
                        <a:t>Disponible</a:t>
                      </a:r>
                    </a:p>
                  </a:txBody>
                  <a:tcPr marL="91440" marR="91440" marT="45720" marB="45720" anchor="ctr">
                    <a:lnL w="9525">
                      <a:solidFill>
                        <a:srgbClr val="DCE3DF"/>
                      </a:solidFill>
                      <a:prstDash val="solid"/>
                    </a:lnL>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725" b="0">
                          <a:solidFill>
                            <a:srgbClr val="18211E"/>
                          </a:solidFill>
                          <a:latin typeface="Arial"/>
                          <a:ea typeface="Arial"/>
                          <a:cs typeface="Arial"/>
                        </a:rPr>
                        <a:t>POST /flujo-automatizacion/programar</a:t>
                      </a:r>
                    </a:p>
                  </a:txBody>
                  <a:tcPr marL="91440" marR="91440" marT="45720" marB="45720" anchor="ctr">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725" b="0">
                          <a:solidFill>
                            <a:srgbClr val="18211E"/>
                          </a:solidFill>
                          <a:latin typeface="Arial"/>
                          <a:ea typeface="Arial"/>
                          <a:cs typeface="Arial"/>
                        </a:rPr>
                        <a:t>Programar el cálculo del escenario.</a:t>
                      </a:r>
                    </a:p>
                  </a:txBody>
                  <a:tcPr marL="91440" marR="91440" marT="45720" marB="45720" anchor="ctr">
                    <a:lnR w="9525">
                      <a:solidFill>
                        <a:srgbClr val="DCE3DF"/>
                      </a:solidFill>
                      <a:prstDash val="solid"/>
                    </a:lnR>
                    <a:lnB w="9525">
                      <a:solidFill>
                        <a:srgbClr val="DCE3DF"/>
                      </a:solidFill>
                      <a:prstDash val="solid"/>
                    </a:lnB>
                    <a:solidFill>
                      <a:srgbClr val="F5F7F4"/>
                    </a:solidFill>
                  </a:tcPr>
                </a:tc>
              </a:tr>
              <a:tr h="544513">
                <a:tc>
                  <a:txBody>
                    <a:bodyPr lIns="152400" tIns="133350" rIns="152400" bIns="95250"/>
                    <a:lstStyle/>
                    <a:p>
                      <a:r>
                        <a:rPr sz="1725" b="0">
                          <a:solidFill>
                            <a:srgbClr val="18211E"/>
                          </a:solidFill>
                          <a:latin typeface="Arial"/>
                          <a:ea typeface="Arial"/>
                          <a:cs typeface="Arial"/>
                        </a:rPr>
                        <a:t>Disponible</a:t>
                      </a:r>
                    </a:p>
                  </a:txBody>
                  <a:tcPr marL="91440" marR="91440" marT="45720" marB="45720" anchor="ctr">
                    <a:lnL w="9525">
                      <a:solidFill>
                        <a:srgbClr val="DCE3DF"/>
                      </a:solidFill>
                      <a:prstDash val="solid"/>
                    </a:lnL>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725" b="0">
                          <a:solidFill>
                            <a:srgbClr val="18211E"/>
                          </a:solidFill>
                          <a:latin typeface="Arial"/>
                          <a:ea typeface="Arial"/>
                          <a:cs typeface="Arial"/>
                        </a:rPr>
                        <a:t>GET /ejecuciones-automatizacion</a:t>
                      </a:r>
                    </a:p>
                  </a:txBody>
                  <a:tcPr marL="91440" marR="91440" marT="45720" marB="45720" anchor="ctr">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725" b="0">
                          <a:solidFill>
                            <a:srgbClr val="18211E"/>
                          </a:solidFill>
                          <a:latin typeface="Arial"/>
                          <a:ea typeface="Arial"/>
                          <a:cs typeface="Arial"/>
                        </a:rPr>
                        <a:t>Consultar estado y trazas.</a:t>
                      </a:r>
                    </a:p>
                  </a:txBody>
                  <a:tcPr marL="91440" marR="91440" marT="45720" marB="45720" anchor="ctr">
                    <a:lnR w="9525">
                      <a:solidFill>
                        <a:srgbClr val="DCE3DF"/>
                      </a:solidFill>
                      <a:prstDash val="solid"/>
                    </a:lnR>
                    <a:lnB w="9525">
                      <a:solidFill>
                        <a:srgbClr val="DCE3DF"/>
                      </a:solidFill>
                      <a:prstDash val="solid"/>
                    </a:lnB>
                    <a:solidFill>
                      <a:srgbClr val="F5F7F4"/>
                    </a:solidFill>
                  </a:tcPr>
                </a:tc>
              </a:tr>
              <a:tr h="544513">
                <a:tc>
                  <a:txBody>
                    <a:bodyPr lIns="152400" tIns="133350" rIns="152400" bIns="95250"/>
                    <a:lstStyle/>
                    <a:p>
                      <a:r>
                        <a:rPr sz="1725" b="0">
                          <a:solidFill>
                            <a:srgbClr val="18211E"/>
                          </a:solidFill>
                          <a:latin typeface="Arial"/>
                          <a:ea typeface="Arial"/>
                          <a:cs typeface="Arial"/>
                        </a:rPr>
                        <a:t>Disponible</a:t>
                      </a:r>
                    </a:p>
                  </a:txBody>
                  <a:tcPr marL="91440" marR="91440" marT="45720" marB="45720" anchor="ctr">
                    <a:lnL w="9525">
                      <a:solidFill>
                        <a:srgbClr val="DCE3DF"/>
                      </a:solidFill>
                      <a:prstDash val="solid"/>
                    </a:lnL>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725" b="0">
                          <a:solidFill>
                            <a:srgbClr val="18211E"/>
                          </a:solidFill>
                          <a:latin typeface="Arial"/>
                          <a:ea typeface="Arial"/>
                          <a:cs typeface="Arial"/>
                        </a:rPr>
                        <a:t>POST /pedidos/{id}/aprobar</a:t>
                      </a:r>
                    </a:p>
                  </a:txBody>
                  <a:tcPr marL="91440" marR="91440" marT="45720" marB="45720" anchor="ctr">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725" b="0">
                          <a:solidFill>
                            <a:srgbClr val="18211E"/>
                          </a:solidFill>
                          <a:latin typeface="Arial"/>
                          <a:ea typeface="Arial"/>
                          <a:cs typeface="Arial"/>
                        </a:rPr>
                        <a:t>Autorizar la reserva de envío.</a:t>
                      </a:r>
                    </a:p>
                  </a:txBody>
                  <a:tcPr marL="91440" marR="91440" marT="45720" marB="45720" anchor="ctr">
                    <a:lnR w="9525">
                      <a:solidFill>
                        <a:srgbClr val="DCE3DF"/>
                      </a:solidFill>
                      <a:prstDash val="solid"/>
                    </a:lnR>
                    <a:lnB w="9525">
                      <a:solidFill>
                        <a:srgbClr val="DCE3DF"/>
                      </a:solidFill>
                      <a:prstDash val="solid"/>
                    </a:lnB>
                    <a:solidFill>
                      <a:srgbClr val="F5F7F4"/>
                    </a:solidFill>
                  </a:tcPr>
                </a:tc>
              </a:tr>
              <a:tr h="544513">
                <a:tc>
                  <a:txBody>
                    <a:bodyPr lIns="152400" tIns="133350" rIns="152400" bIns="95250"/>
                    <a:lstStyle/>
                    <a:p>
                      <a:r>
                        <a:rPr sz="1725" b="0">
                          <a:solidFill>
                            <a:srgbClr val="18211E"/>
                          </a:solidFill>
                          <a:latin typeface="Arial"/>
                          <a:ea typeface="Arial"/>
                          <a:cs typeface="Arial"/>
                        </a:rPr>
                        <a:t>Disponible</a:t>
                      </a:r>
                    </a:p>
                  </a:txBody>
                  <a:tcPr marL="91440" marR="91440" marT="45720" marB="45720" anchor="ctr">
                    <a:lnL w="9525">
                      <a:solidFill>
                        <a:srgbClr val="DCE3DF"/>
                      </a:solidFill>
                      <a:prstDash val="solid"/>
                    </a:lnL>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725" b="0">
                          <a:solidFill>
                            <a:srgbClr val="18211E"/>
                          </a:solidFill>
                          <a:latin typeface="Arial"/>
                          <a:ea typeface="Arial"/>
                          <a:cs typeface="Arial"/>
                        </a:rPr>
                        <a:t>Telegram Bot API</a:t>
                      </a:r>
                    </a:p>
                  </a:txBody>
                  <a:tcPr marL="91440" marR="91440" marT="45720" marB="45720" anchor="ctr">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725" b="0">
                          <a:solidFill>
                            <a:srgbClr val="18211E"/>
                          </a:solidFill>
                          <a:latin typeface="Arial"/>
                          <a:ea typeface="Arial"/>
                          <a:cs typeface="Arial"/>
                        </a:rPr>
                        <a:t>Transmitir pedidos al chat de pruebas.</a:t>
                      </a:r>
                    </a:p>
                  </a:txBody>
                  <a:tcPr marL="91440" marR="91440" marT="45720" marB="45720" anchor="ctr">
                    <a:lnR w="9525">
                      <a:solidFill>
                        <a:srgbClr val="DCE3DF"/>
                      </a:solidFill>
                      <a:prstDash val="solid"/>
                    </a:lnR>
                    <a:lnB w="9525">
                      <a:solidFill>
                        <a:srgbClr val="DCE3DF"/>
                      </a:solidFill>
                      <a:prstDash val="solid"/>
                    </a:lnB>
                    <a:solidFill>
                      <a:srgbClr val="F5F7F4"/>
                    </a:solidFill>
                  </a:tcPr>
                </a:tc>
              </a:tr>
              <a:tr h="544513">
                <a:tc>
                  <a:txBody>
                    <a:bodyPr lIns="152400" tIns="133350" rIns="152400" bIns="95250"/>
                    <a:lstStyle/>
                    <a:p>
                      <a:r>
                        <a:rPr sz="1725" b="0">
                          <a:solidFill>
                            <a:srgbClr val="18211E"/>
                          </a:solidFill>
                          <a:latin typeface="Arial"/>
                          <a:ea typeface="Arial"/>
                          <a:cs typeface="Arial"/>
                        </a:rPr>
                        <a:t>Pendiente</a:t>
                      </a:r>
                    </a:p>
                  </a:txBody>
                  <a:tcPr marL="91440" marR="91440" marT="45720" marB="45720" anchor="ctr">
                    <a:lnL w="9525">
                      <a:solidFill>
                        <a:srgbClr val="DCE3DF"/>
                      </a:solidFill>
                      <a:prstDash val="solid"/>
                    </a:lnL>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725" b="0">
                          <a:solidFill>
                            <a:srgbClr val="18211E"/>
                          </a:solidFill>
                          <a:latin typeface="Arial"/>
                          <a:ea typeface="Arial"/>
                          <a:cs typeface="Arial"/>
                        </a:rPr>
                        <a:t>FoodSave ↔ tienda por HTTP</a:t>
                      </a:r>
                    </a:p>
                  </a:txBody>
                  <a:tcPr marL="91440" marR="91440" marT="45720" marB="45720" anchor="ctr">
                    <a:lnR w="9525">
                      <a:solidFill>
                        <a:srgbClr val="DCE3DF"/>
                      </a:solidFill>
                      <a:prstDash val="solid"/>
                    </a:lnR>
                    <a:lnB w="9525">
                      <a:solidFill>
                        <a:srgbClr val="DCE3DF"/>
                      </a:solidFill>
                      <a:prstDash val="solid"/>
                    </a:lnB>
                    <a:solidFill>
                      <a:srgbClr val="F5F7F4"/>
                    </a:solidFill>
                  </a:tcPr>
                </a:tc>
                <a:tc>
                  <a:txBody>
                    <a:bodyPr lIns="152400" tIns="133350" rIns="152400" bIns="95250"/>
                    <a:lstStyle/>
                    <a:p>
                      <a:r>
                        <a:rPr sz="1725" b="0">
                          <a:solidFill>
                            <a:srgbClr val="18211E"/>
                          </a:solidFill>
                          <a:latin typeface="Arial"/>
                          <a:ea typeface="Arial"/>
                          <a:cs typeface="Arial"/>
                        </a:rPr>
                        <a:t>Conectar catálogo, stock y compras.</a:t>
                      </a:r>
                    </a:p>
                  </a:txBody>
                  <a:tcPr marL="91440" marR="91440" marT="45720" marB="45720" anchor="ctr">
                    <a:lnR w="9525">
                      <a:solidFill>
                        <a:srgbClr val="DCE3DF"/>
                      </a:solidFill>
                      <a:prstDash val="solid"/>
                    </a:lnR>
                    <a:lnB w="9525">
                      <a:solidFill>
                        <a:srgbClr val="DCE3DF"/>
                      </a:solidFill>
                      <a:prstDash val="solid"/>
                    </a:lnB>
                    <a:solidFill>
                      <a:srgbClr val="F5F7F4"/>
                    </a:solidFill>
                  </a:tcPr>
                </a:tc>
              </a:tr>
            </a:tbl>
          </a:graphicData>
        </a:graphic>
      </p:graphicFrame>
      <p:sp>
        <p:nvSpPr>
          <p:cNvPr id="4" name="Tienda: Payme Flex en preproducción; sus pruebas no descuentan st">
            <a:extLst xmlns:a="http://schemas.openxmlformats.org/drawingml/2006/main">
              <a:ext uri="{FF2B5EF4-FFF2-40B4-BE49-F238E27FC236}">
                <a16:creationId xmlns:a16="http://schemas.microsoft.com/office/drawing/2014/main" id="{C2D19D55-4583-487C-A764-9DA9795CF7FF}"/>
              </a:ext>
            </a:extLst>
          </p:cNvPr>
          <p:cNvSpPr>
            <a:spLocks xmlns:a="http://schemas.openxmlformats.org/drawingml/2006/main" noGrp="1"/>
          </p:cNvSpPr>
          <p:nvPr/>
        </p:nvSpPr>
        <p:spPr>
          <a:xfrm xmlns:a="http://schemas.openxmlformats.org/drawingml/2006/main">
            <a:off x="685800" y="61912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604E"/>
                </a:solidFill>
                <a:latin typeface="Arial"/>
                <a:ea typeface="Arial"/>
                <a:cs typeface="Arial"/>
              </a:defRPr>
            </a:defPPr>
            <a:lvl1pPr algn="l">
              <a:buNone/>
              <a:defRPr sz="1875" b="1">
                <a:solidFill>
                  <a:srgbClr val="17604E"/>
                </a:solidFill>
                <a:latin typeface="Arial"/>
                <a:ea typeface="Arial"/>
                <a:cs typeface="Arial"/>
              </a:defRPr>
            </a:lvl1pPr>
            <a:lvl2pPr algn="l">
              <a:buNone/>
              <a:defRPr sz="1875" b="1">
                <a:solidFill>
                  <a:srgbClr val="17604E"/>
                </a:solidFill>
                <a:latin typeface="Arial"/>
                <a:ea typeface="Arial"/>
                <a:cs typeface="Arial"/>
              </a:defRPr>
            </a:lvl2pPr>
            <a:lvl3pPr algn="l">
              <a:buNone/>
              <a:defRPr sz="1875" b="1">
                <a:solidFill>
                  <a:srgbClr val="17604E"/>
                </a:solidFill>
                <a:latin typeface="Arial"/>
                <a:ea typeface="Arial"/>
                <a:cs typeface="Arial"/>
              </a:defRPr>
            </a:lvl3pPr>
            <a:lvl4pPr algn="l">
              <a:buNone/>
              <a:defRPr sz="1875" b="1">
                <a:solidFill>
                  <a:srgbClr val="17604E"/>
                </a:solidFill>
                <a:latin typeface="Arial"/>
                <a:ea typeface="Arial"/>
                <a:cs typeface="Arial"/>
              </a:defRPr>
            </a:lvl4pPr>
            <a:lvl5pPr algn="l">
              <a:buNone/>
              <a:defRPr sz="1875" b="1">
                <a:solidFill>
                  <a:srgbClr val="17604E"/>
                </a:solidFill>
                <a:latin typeface="Arial"/>
                <a:ea typeface="Arial"/>
                <a:cs typeface="Arial"/>
              </a:defRPr>
            </a:lvl5pPr>
            <a:lvl6pPr algn="l">
              <a:buNone/>
              <a:defRPr sz="1875" b="1">
                <a:solidFill>
                  <a:srgbClr val="17604E"/>
                </a:solidFill>
                <a:latin typeface="Arial"/>
                <a:ea typeface="Arial"/>
                <a:cs typeface="Arial"/>
              </a:defRPr>
            </a:lvl6pPr>
            <a:lvl7pPr algn="l">
              <a:buNone/>
              <a:defRPr sz="1875" b="1">
                <a:solidFill>
                  <a:srgbClr val="17604E"/>
                </a:solidFill>
                <a:latin typeface="Arial"/>
                <a:ea typeface="Arial"/>
                <a:cs typeface="Arial"/>
              </a:defRPr>
            </a:lvl7pPr>
            <a:lvl8pPr algn="l">
              <a:buNone/>
              <a:defRPr sz="1875" b="1">
                <a:solidFill>
                  <a:srgbClr val="17604E"/>
                </a:solidFill>
                <a:latin typeface="Arial"/>
                <a:ea typeface="Arial"/>
                <a:cs typeface="Arial"/>
              </a:defRPr>
            </a:lvl8pPr>
            <a:lvl9pPr algn="l">
              <a:buNone/>
              <a:defRPr sz="1875" b="1">
                <a:solidFill>
                  <a:srgbClr val="17604E"/>
                </a:solidFill>
                <a:latin typeface="Arial"/>
                <a:ea typeface="Arial"/>
                <a:cs typeface="Arial"/>
              </a:defRPr>
            </a:lvl9pPr>
          </a:lstStyle>
          <a:p xmlns:a="http://schemas.openxmlformats.org/drawingml/2006/main">
            <a:pPr algn="l">
              <a:buNone/>
              <a:defRPr sz="1875" b="1">
                <a:solidFill>
                  <a:srgbClr val="17604E"/>
                </a:solidFill>
                <a:latin typeface="Arial"/>
                <a:ea typeface="Arial"/>
                <a:cs typeface="Arial"/>
              </a:defRPr>
            </a:pPr>
            <a:r>
              <a:rPr sz="1875" b="1">
                <a:solidFill>
                  <a:srgbClr val="17604E"/>
                </a:solidFill>
                <a:latin typeface="Arial"/>
                <a:ea typeface="Arial"/>
                <a:cs typeface="Arial"/>
              </a:rPr>
              <a:t>Tienda: Payme Flex en preproducción; sus pruebas no descuentan stock de FoodSave.</a:t>
            </a:r>
          </a:p>
        </p:txBody>
      </p:sp>
    </p:spTree>
    <p:extLst>
      <p:ext uri="{BB962C8B-B14F-4D97-AF65-F5344CB8AC3E}">
        <p14:creationId xmlns:p14="http://schemas.microsoft.com/office/powerpoint/2010/main" val="64528093"/>
      </p:ext>
    </p:extLst>
  </p:cSld>
</p:sld>
</file>

<file path=ppt/slides/slide13.xml><?xml version="1.0" encoding="utf-8"?>
<p:sld xmlns:p="http://schemas.openxmlformats.org/presentationml/2006/main">
  <p:cSld>
    <p:bg>
      <p:bgPr>
        <a:solidFill xmlns:a="http://schemas.openxmlformats.org/drawingml/2006/main">
          <a:srgbClr val="0E3B31"/>
        </a:solidFill>
      </p:bgPr>
    </p:bg>
    <p:spTree>
      <p:nvGrpSpPr>
        <p:cNvPr id="1" name=""/>
        <p:cNvGrpSpPr/>
        <p:nvPr/>
      </p:nvGrpSpPr>
      <p:grpSpPr>
        <a:xfrm xmlns:a="http://schemas.openxmlformats.org/drawingml/2006/main"/>
      </p:grpSpPr>
      <p:sp>
        <p:nvSpPr>
          <p:cNvPr id="2" name="Demo del sistema">
            <a:extLst xmlns:a="http://schemas.openxmlformats.org/drawingml/2006/main">
              <a:ext uri="{FF2B5EF4-FFF2-40B4-BE49-F238E27FC236}">
                <a16:creationId xmlns:a16="http://schemas.microsoft.com/office/drawing/2014/main" id="{1D6AA592-A765-4582-BBDD-10B0F66FAD51}"/>
              </a:ext>
            </a:extLst>
          </p:cNvPr>
          <p:cNvSpPr>
            <a:spLocks xmlns:a="http://schemas.openxmlformats.org/drawingml/2006/main" noGrp="1"/>
          </p:cNvSpPr>
          <p:nvPr/>
        </p:nvSpPr>
        <p:spPr>
          <a:xfrm xmlns:a="http://schemas.openxmlformats.org/drawingml/2006/main">
            <a:off x="952500" y="2724150"/>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5700" b="1">
                <a:solidFill>
                  <a:srgbClr val="FFFFFF"/>
                </a:solidFill>
                <a:latin typeface="Arial"/>
                <a:ea typeface="Arial"/>
                <a:cs typeface="Arial"/>
              </a:defRPr>
            </a:defPPr>
            <a:lvl1pPr algn="ctr">
              <a:buNone/>
              <a:defRPr sz="5700" b="1">
                <a:solidFill>
                  <a:srgbClr val="FFFFFF"/>
                </a:solidFill>
                <a:latin typeface="Arial"/>
                <a:ea typeface="Arial"/>
                <a:cs typeface="Arial"/>
              </a:defRPr>
            </a:lvl1pPr>
            <a:lvl2pPr algn="ctr">
              <a:buNone/>
              <a:defRPr sz="5700" b="1">
                <a:solidFill>
                  <a:srgbClr val="FFFFFF"/>
                </a:solidFill>
                <a:latin typeface="Arial"/>
                <a:ea typeface="Arial"/>
                <a:cs typeface="Arial"/>
              </a:defRPr>
            </a:lvl2pPr>
            <a:lvl3pPr algn="ctr">
              <a:buNone/>
              <a:defRPr sz="5700" b="1">
                <a:solidFill>
                  <a:srgbClr val="FFFFFF"/>
                </a:solidFill>
                <a:latin typeface="Arial"/>
                <a:ea typeface="Arial"/>
                <a:cs typeface="Arial"/>
              </a:defRPr>
            </a:lvl3pPr>
            <a:lvl4pPr algn="ctr">
              <a:buNone/>
              <a:defRPr sz="5700" b="1">
                <a:solidFill>
                  <a:srgbClr val="FFFFFF"/>
                </a:solidFill>
                <a:latin typeface="Arial"/>
                <a:ea typeface="Arial"/>
                <a:cs typeface="Arial"/>
              </a:defRPr>
            </a:lvl4pPr>
            <a:lvl5pPr algn="ctr">
              <a:buNone/>
              <a:defRPr sz="5700" b="1">
                <a:solidFill>
                  <a:srgbClr val="FFFFFF"/>
                </a:solidFill>
                <a:latin typeface="Arial"/>
                <a:ea typeface="Arial"/>
                <a:cs typeface="Arial"/>
              </a:defRPr>
            </a:lvl5pPr>
            <a:lvl6pPr algn="ctr">
              <a:buNone/>
              <a:defRPr sz="5700" b="1">
                <a:solidFill>
                  <a:srgbClr val="FFFFFF"/>
                </a:solidFill>
                <a:latin typeface="Arial"/>
                <a:ea typeface="Arial"/>
                <a:cs typeface="Arial"/>
              </a:defRPr>
            </a:lvl6pPr>
            <a:lvl7pPr algn="ctr">
              <a:buNone/>
              <a:defRPr sz="5700" b="1">
                <a:solidFill>
                  <a:srgbClr val="FFFFFF"/>
                </a:solidFill>
                <a:latin typeface="Arial"/>
                <a:ea typeface="Arial"/>
                <a:cs typeface="Arial"/>
              </a:defRPr>
            </a:lvl7pPr>
            <a:lvl8pPr algn="ctr">
              <a:buNone/>
              <a:defRPr sz="5700" b="1">
                <a:solidFill>
                  <a:srgbClr val="FFFFFF"/>
                </a:solidFill>
                <a:latin typeface="Arial"/>
                <a:ea typeface="Arial"/>
                <a:cs typeface="Arial"/>
              </a:defRPr>
            </a:lvl8pPr>
            <a:lvl9pPr algn="ctr">
              <a:buNone/>
              <a:defRPr sz="5700" b="1">
                <a:solidFill>
                  <a:srgbClr val="FFFFFF"/>
                </a:solidFill>
                <a:latin typeface="Arial"/>
                <a:ea typeface="Arial"/>
                <a:cs typeface="Arial"/>
              </a:defRPr>
            </a:lvl9pPr>
          </a:lstStyle>
          <a:p xmlns:a="http://schemas.openxmlformats.org/drawingml/2006/main">
            <a:pPr algn="ctr">
              <a:buNone/>
              <a:defRPr sz="5700" b="1">
                <a:solidFill>
                  <a:srgbClr val="FFFFFF"/>
                </a:solidFill>
                <a:latin typeface="Arial"/>
                <a:ea typeface="Arial"/>
                <a:cs typeface="Arial"/>
              </a:defRPr>
            </a:pPr>
            <a:r>
              <a:rPr sz="5700" b="1">
                <a:solidFill>
                  <a:srgbClr val="FFFFFF"/>
                </a:solidFill>
                <a:latin typeface="Arial"/>
                <a:ea typeface="Arial"/>
                <a:cs typeface="Arial"/>
              </a:rPr>
              <a:t>Demo del sistema</a:t>
            </a:r>
          </a:p>
        </p:txBody>
      </p:sp>
    </p:spTree>
    <p:extLst>
      <p:ext uri="{BB962C8B-B14F-4D97-AF65-F5344CB8AC3E}">
        <p14:creationId xmlns:p14="http://schemas.microsoft.com/office/powerpoint/2010/main" val="2015633043"/>
      </p:ext>
    </p:extLst>
  </p:cSld>
</p:sld>
</file>

<file path=ppt/slides/slide14.xml><?xml version="1.0" encoding="utf-8"?>
<p:sld xmlns:p="http://schemas.openxmlformats.org/presentationml/2006/main">
  <p:cSld>
    <p:bg>
      <p:bgPr>
        <a:solidFill xmlns:a="http://schemas.openxmlformats.org/drawingml/2006/main">
          <a:srgbClr val="0E3B31"/>
        </a:solidFill>
      </p:bgPr>
    </p:bg>
    <p:spTree>
      <p:nvGrpSpPr>
        <p:cNvPr id="1" name=""/>
        <p:cNvGrpSpPr/>
        <p:nvPr/>
      </p:nvGrpSpPr>
      <p:grpSpPr>
        <a:xfrm xmlns:a="http://schemas.openxmlformats.org/drawingml/2006/main"/>
      </p:grpSpPr>
      <p:sp>
        <p:nvSpPr>
          <p:cNvPr id="8" name="Estado del proyecto y siguiente paso">
            <a:extLst xmlns:a="http://schemas.openxmlformats.org/drawingml/2006/main">
              <a:ext uri="{FF2B5EF4-FFF2-40B4-BE49-F238E27FC236}">
                <a16:creationId xmlns:a16="http://schemas.microsoft.com/office/drawing/2014/main" id="{C92F7042-BF1E-42C3-A206-80FF67DB7A7D}"/>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Arial"/>
                <a:ea typeface="Arial"/>
                <a:cs typeface="Arial"/>
              </a:defRPr>
            </a:defPPr>
            <a:lvl1pPr algn="l">
              <a:buNone/>
              <a:defRPr sz="3600" b="1">
                <a:solidFill>
                  <a:srgbClr val="FFFFFF"/>
                </a:solidFill>
                <a:latin typeface="Arial"/>
                <a:ea typeface="Arial"/>
                <a:cs typeface="Arial"/>
              </a:defRPr>
            </a:lvl1pPr>
            <a:lvl2pPr algn="l">
              <a:buNone/>
              <a:defRPr sz="3600" b="1">
                <a:solidFill>
                  <a:srgbClr val="FFFFFF"/>
                </a:solidFill>
                <a:latin typeface="Arial"/>
                <a:ea typeface="Arial"/>
                <a:cs typeface="Arial"/>
              </a:defRPr>
            </a:lvl2pPr>
            <a:lvl3pPr algn="l">
              <a:buNone/>
              <a:defRPr sz="3600" b="1">
                <a:solidFill>
                  <a:srgbClr val="FFFFFF"/>
                </a:solidFill>
                <a:latin typeface="Arial"/>
                <a:ea typeface="Arial"/>
                <a:cs typeface="Arial"/>
              </a:defRPr>
            </a:lvl3pPr>
            <a:lvl4pPr algn="l">
              <a:buNone/>
              <a:defRPr sz="3600" b="1">
                <a:solidFill>
                  <a:srgbClr val="FFFFFF"/>
                </a:solidFill>
                <a:latin typeface="Arial"/>
                <a:ea typeface="Arial"/>
                <a:cs typeface="Arial"/>
              </a:defRPr>
            </a:lvl4pPr>
            <a:lvl5pPr algn="l">
              <a:buNone/>
              <a:defRPr sz="3600" b="1">
                <a:solidFill>
                  <a:srgbClr val="FFFFFF"/>
                </a:solidFill>
                <a:latin typeface="Arial"/>
                <a:ea typeface="Arial"/>
                <a:cs typeface="Arial"/>
              </a:defRPr>
            </a:lvl5pPr>
            <a:lvl6pPr algn="l">
              <a:buNone/>
              <a:defRPr sz="3600" b="1">
                <a:solidFill>
                  <a:srgbClr val="FFFFFF"/>
                </a:solidFill>
                <a:latin typeface="Arial"/>
                <a:ea typeface="Arial"/>
                <a:cs typeface="Arial"/>
              </a:defRPr>
            </a:lvl6pPr>
            <a:lvl7pPr algn="l">
              <a:buNone/>
              <a:defRPr sz="3600" b="1">
                <a:solidFill>
                  <a:srgbClr val="FFFFFF"/>
                </a:solidFill>
                <a:latin typeface="Arial"/>
                <a:ea typeface="Arial"/>
                <a:cs typeface="Arial"/>
              </a:defRPr>
            </a:lvl7pPr>
            <a:lvl8pPr algn="l">
              <a:buNone/>
              <a:defRPr sz="3600" b="1">
                <a:solidFill>
                  <a:srgbClr val="FFFFFF"/>
                </a:solidFill>
                <a:latin typeface="Arial"/>
                <a:ea typeface="Arial"/>
                <a:cs typeface="Arial"/>
              </a:defRPr>
            </a:lvl8pPr>
            <a:lvl9pPr algn="l">
              <a:buNone/>
              <a:defRPr sz="3600" b="1">
                <a:solidFill>
                  <a:srgbClr val="FFFFFF"/>
                </a:solidFill>
                <a:latin typeface="Arial"/>
                <a:ea typeface="Arial"/>
                <a:cs typeface="Arial"/>
              </a:defRPr>
            </a:lvl9pPr>
          </a:lstStyle>
          <a:p xmlns:a="http://schemas.openxmlformats.org/drawingml/2006/main">
            <a:pPr algn="l">
              <a:buNone/>
              <a:defRPr sz="3600" b="1">
                <a:solidFill>
                  <a:srgbClr val="FFFFFF"/>
                </a:solidFill>
                <a:latin typeface="Arial"/>
                <a:ea typeface="Arial"/>
                <a:cs typeface="Arial"/>
              </a:defRPr>
            </a:pPr>
            <a:r>
              <a:rPr sz="3600" b="1">
                <a:solidFill>
                  <a:srgbClr val="FFFFFF"/>
                </a:solidFill>
                <a:latin typeface="Arial"/>
                <a:ea typeface="Arial"/>
                <a:cs typeface="Arial"/>
              </a:rPr>
              <a:t>Estado del proyecto y siguiente paso</a:t>
            </a:r>
          </a:p>
        </p:txBody>
      </p:sp>
      <p:sp>
        <p:nvSpPr>
          <p:cNvPr id="2" name="FoodSave conecta decisiones con evidencia">
            <a:extLst xmlns:a="http://schemas.openxmlformats.org/drawingml/2006/main">
              <a:ext uri="{FF2B5EF4-FFF2-40B4-BE49-F238E27FC236}">
                <a16:creationId xmlns:a16="http://schemas.microsoft.com/office/drawing/2014/main" id="{7CFB58F9-8F1D-4E8A-B7C4-7AD89358476E}"/>
              </a:ext>
            </a:extLst>
          </p:cNvPr>
          <p:cNvSpPr>
            <a:spLocks xmlns:a="http://schemas.openxmlformats.org/drawingml/2006/main" noGrp="1"/>
          </p:cNvSpPr>
          <p:nvPr/>
        </p:nvSpPr>
        <p:spPr>
          <a:xfrm xmlns:a="http://schemas.openxmlformats.org/drawingml/2006/main">
            <a:off x="685800" y="15049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C8DBD2"/>
                </a:solidFill>
                <a:latin typeface="Arial"/>
                <a:ea typeface="Arial"/>
                <a:cs typeface="Arial"/>
              </a:defRPr>
            </a:defPPr>
            <a:lvl1pPr algn="l">
              <a:buNone/>
              <a:defRPr sz="2025" b="0">
                <a:solidFill>
                  <a:srgbClr val="C8DBD2"/>
                </a:solidFill>
                <a:latin typeface="Arial"/>
                <a:ea typeface="Arial"/>
                <a:cs typeface="Arial"/>
              </a:defRPr>
            </a:lvl1pPr>
            <a:lvl2pPr algn="l">
              <a:buNone/>
              <a:defRPr sz="2025" b="0">
                <a:solidFill>
                  <a:srgbClr val="C8DBD2"/>
                </a:solidFill>
                <a:latin typeface="Arial"/>
                <a:ea typeface="Arial"/>
                <a:cs typeface="Arial"/>
              </a:defRPr>
            </a:lvl2pPr>
            <a:lvl3pPr algn="l">
              <a:buNone/>
              <a:defRPr sz="2025" b="0">
                <a:solidFill>
                  <a:srgbClr val="C8DBD2"/>
                </a:solidFill>
                <a:latin typeface="Arial"/>
                <a:ea typeface="Arial"/>
                <a:cs typeface="Arial"/>
              </a:defRPr>
            </a:lvl3pPr>
            <a:lvl4pPr algn="l">
              <a:buNone/>
              <a:defRPr sz="2025" b="0">
                <a:solidFill>
                  <a:srgbClr val="C8DBD2"/>
                </a:solidFill>
                <a:latin typeface="Arial"/>
                <a:ea typeface="Arial"/>
                <a:cs typeface="Arial"/>
              </a:defRPr>
            </a:lvl4pPr>
            <a:lvl5pPr algn="l">
              <a:buNone/>
              <a:defRPr sz="2025" b="0">
                <a:solidFill>
                  <a:srgbClr val="C8DBD2"/>
                </a:solidFill>
                <a:latin typeface="Arial"/>
                <a:ea typeface="Arial"/>
                <a:cs typeface="Arial"/>
              </a:defRPr>
            </a:lvl5pPr>
            <a:lvl6pPr algn="l">
              <a:buNone/>
              <a:defRPr sz="2025" b="0">
                <a:solidFill>
                  <a:srgbClr val="C8DBD2"/>
                </a:solidFill>
                <a:latin typeface="Arial"/>
                <a:ea typeface="Arial"/>
                <a:cs typeface="Arial"/>
              </a:defRPr>
            </a:lvl6pPr>
            <a:lvl7pPr algn="l">
              <a:buNone/>
              <a:defRPr sz="2025" b="0">
                <a:solidFill>
                  <a:srgbClr val="C8DBD2"/>
                </a:solidFill>
                <a:latin typeface="Arial"/>
                <a:ea typeface="Arial"/>
                <a:cs typeface="Arial"/>
              </a:defRPr>
            </a:lvl7pPr>
            <a:lvl8pPr algn="l">
              <a:buNone/>
              <a:defRPr sz="2025" b="0">
                <a:solidFill>
                  <a:srgbClr val="C8DBD2"/>
                </a:solidFill>
                <a:latin typeface="Arial"/>
                <a:ea typeface="Arial"/>
                <a:cs typeface="Arial"/>
              </a:defRPr>
            </a:lvl8pPr>
            <a:lvl9pPr algn="l">
              <a:buNone/>
              <a:defRPr sz="2025" b="0">
                <a:solidFill>
                  <a:srgbClr val="C8DBD2"/>
                </a:solidFill>
                <a:latin typeface="Arial"/>
                <a:ea typeface="Arial"/>
                <a:cs typeface="Arial"/>
              </a:defRPr>
            </a:lvl9pPr>
          </a:lstStyle>
          <a:p xmlns:a="http://schemas.openxmlformats.org/drawingml/2006/main">
            <a:pPr algn="l">
              <a:buNone/>
              <a:defRPr sz="2025" b="0">
                <a:solidFill>
                  <a:srgbClr val="C8DBD2"/>
                </a:solidFill>
                <a:latin typeface="Arial"/>
                <a:ea typeface="Arial"/>
                <a:cs typeface="Arial"/>
              </a:defRPr>
            </a:pPr>
            <a:r>
              <a:rPr sz="2025" b="0">
                <a:solidFill>
                  <a:srgbClr val="C8DBD2"/>
                </a:solidFill>
                <a:latin typeface="Arial"/>
                <a:ea typeface="Arial"/>
                <a:cs typeface="Arial"/>
              </a:rPr>
              <a:t>FoodSave conecta decisiones con evidencia</a:t>
            </a:r>
          </a:p>
        </p:txBody>
      </p:sp>
      <p:sp>
        <p:nvSpPr>
          <p:cNvPr id="3" name="Disponible">
            <a:extLst xmlns:a="http://schemas.openxmlformats.org/drawingml/2006/main">
              <a:ext uri="{FF2B5EF4-FFF2-40B4-BE49-F238E27FC236}">
                <a16:creationId xmlns:a16="http://schemas.microsoft.com/office/drawing/2014/main" id="{C421B572-179C-41F2-BC44-3FF441C6D45E}"/>
              </a:ext>
            </a:extLst>
          </p:cNvPr>
          <p:cNvSpPr>
            <a:spLocks xmlns:a="http://schemas.openxmlformats.org/drawingml/2006/main" noGrp="1"/>
          </p:cNvSpPr>
          <p:nvPr/>
        </p:nvSpPr>
        <p:spPr>
          <a:xfrm xmlns:a="http://schemas.openxmlformats.org/drawingml/2006/main">
            <a:off x="685800" y="2552700"/>
            <a:ext cx="476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F2B544"/>
                </a:solidFill>
                <a:latin typeface="Arial"/>
                <a:ea typeface="Arial"/>
                <a:cs typeface="Arial"/>
              </a:defRPr>
            </a:defPPr>
            <a:lvl1pPr algn="l">
              <a:buNone/>
              <a:defRPr sz="2625" b="1">
                <a:solidFill>
                  <a:srgbClr val="F2B544"/>
                </a:solidFill>
                <a:latin typeface="Arial"/>
                <a:ea typeface="Arial"/>
                <a:cs typeface="Arial"/>
              </a:defRPr>
            </a:lvl1pPr>
            <a:lvl2pPr algn="l">
              <a:buNone/>
              <a:defRPr sz="2625" b="1">
                <a:solidFill>
                  <a:srgbClr val="F2B544"/>
                </a:solidFill>
                <a:latin typeface="Arial"/>
                <a:ea typeface="Arial"/>
                <a:cs typeface="Arial"/>
              </a:defRPr>
            </a:lvl2pPr>
            <a:lvl3pPr algn="l">
              <a:buNone/>
              <a:defRPr sz="2625" b="1">
                <a:solidFill>
                  <a:srgbClr val="F2B544"/>
                </a:solidFill>
                <a:latin typeface="Arial"/>
                <a:ea typeface="Arial"/>
                <a:cs typeface="Arial"/>
              </a:defRPr>
            </a:lvl3pPr>
            <a:lvl4pPr algn="l">
              <a:buNone/>
              <a:defRPr sz="2625" b="1">
                <a:solidFill>
                  <a:srgbClr val="F2B544"/>
                </a:solidFill>
                <a:latin typeface="Arial"/>
                <a:ea typeface="Arial"/>
                <a:cs typeface="Arial"/>
              </a:defRPr>
            </a:lvl4pPr>
            <a:lvl5pPr algn="l">
              <a:buNone/>
              <a:defRPr sz="2625" b="1">
                <a:solidFill>
                  <a:srgbClr val="F2B544"/>
                </a:solidFill>
                <a:latin typeface="Arial"/>
                <a:ea typeface="Arial"/>
                <a:cs typeface="Arial"/>
              </a:defRPr>
            </a:lvl5pPr>
            <a:lvl6pPr algn="l">
              <a:buNone/>
              <a:defRPr sz="2625" b="1">
                <a:solidFill>
                  <a:srgbClr val="F2B544"/>
                </a:solidFill>
                <a:latin typeface="Arial"/>
                <a:ea typeface="Arial"/>
                <a:cs typeface="Arial"/>
              </a:defRPr>
            </a:lvl6pPr>
            <a:lvl7pPr algn="l">
              <a:buNone/>
              <a:defRPr sz="2625" b="1">
                <a:solidFill>
                  <a:srgbClr val="F2B544"/>
                </a:solidFill>
                <a:latin typeface="Arial"/>
                <a:ea typeface="Arial"/>
                <a:cs typeface="Arial"/>
              </a:defRPr>
            </a:lvl7pPr>
            <a:lvl8pPr algn="l">
              <a:buNone/>
              <a:defRPr sz="2625" b="1">
                <a:solidFill>
                  <a:srgbClr val="F2B544"/>
                </a:solidFill>
                <a:latin typeface="Arial"/>
                <a:ea typeface="Arial"/>
                <a:cs typeface="Arial"/>
              </a:defRPr>
            </a:lvl8pPr>
            <a:lvl9pPr algn="l">
              <a:buNone/>
              <a:defRPr sz="2625" b="1">
                <a:solidFill>
                  <a:srgbClr val="F2B544"/>
                </a:solidFill>
                <a:latin typeface="Arial"/>
                <a:ea typeface="Arial"/>
                <a:cs typeface="Arial"/>
              </a:defRPr>
            </a:lvl9pPr>
          </a:lstStyle>
          <a:p xmlns:a="http://schemas.openxmlformats.org/drawingml/2006/main">
            <a:pPr algn="l">
              <a:buNone/>
              <a:defRPr sz="2625" b="1">
                <a:solidFill>
                  <a:srgbClr val="F2B544"/>
                </a:solidFill>
                <a:latin typeface="Arial"/>
                <a:ea typeface="Arial"/>
                <a:cs typeface="Arial"/>
              </a:defRPr>
            </a:pPr>
            <a:r>
              <a:rPr sz="2625" b="1">
                <a:solidFill>
                  <a:srgbClr val="F2B544"/>
                </a:solidFill>
                <a:latin typeface="Arial"/>
                <a:ea typeface="Arial"/>
                <a:cs typeface="Arial"/>
              </a:rPr>
              <a:t>Disponible</a:t>
            </a:r>
          </a:p>
        </p:txBody>
      </p:sp>
      <p:sp>
        <p:nvSpPr>
          <p:cNvPr id="4" name="Pronosticar, proponer planes, calcular faltantes y gestionar tare">
            <a:extLst xmlns:a="http://schemas.openxmlformats.org/drawingml/2006/main">
              <a:ext uri="{FF2B5EF4-FFF2-40B4-BE49-F238E27FC236}">
                <a16:creationId xmlns:a16="http://schemas.microsoft.com/office/drawing/2014/main" id="{ED80BAF2-6D11-44AA-A23B-947882175A33}"/>
              </a:ext>
            </a:extLst>
          </p:cNvPr>
          <p:cNvSpPr>
            <a:spLocks xmlns:a="http://schemas.openxmlformats.org/drawingml/2006/main" noGrp="1"/>
          </p:cNvSpPr>
          <p:nvPr/>
        </p:nvSpPr>
        <p:spPr>
          <a:xfrm xmlns:a="http://schemas.openxmlformats.org/drawingml/2006/main">
            <a:off x="685800" y="3286125"/>
            <a:ext cx="5143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FFFFF"/>
                </a:solidFill>
                <a:latin typeface="Arial"/>
                <a:ea typeface="Arial"/>
                <a:cs typeface="Arial"/>
              </a:defRPr>
            </a:defPPr>
            <a:lvl1pPr algn="l">
              <a:buNone/>
              <a:defRPr sz="2400" b="0">
                <a:solidFill>
                  <a:srgbClr val="FFFFFF"/>
                </a:solidFill>
                <a:latin typeface="Arial"/>
                <a:ea typeface="Arial"/>
                <a:cs typeface="Arial"/>
              </a:defRPr>
            </a:lvl1pPr>
            <a:lvl2pPr algn="l">
              <a:buNone/>
              <a:defRPr sz="2400" b="0">
                <a:solidFill>
                  <a:srgbClr val="FFFFFF"/>
                </a:solidFill>
                <a:latin typeface="Arial"/>
                <a:ea typeface="Arial"/>
                <a:cs typeface="Arial"/>
              </a:defRPr>
            </a:lvl2pPr>
            <a:lvl3pPr algn="l">
              <a:buNone/>
              <a:defRPr sz="2400" b="0">
                <a:solidFill>
                  <a:srgbClr val="FFFFFF"/>
                </a:solidFill>
                <a:latin typeface="Arial"/>
                <a:ea typeface="Arial"/>
                <a:cs typeface="Arial"/>
              </a:defRPr>
            </a:lvl3pPr>
            <a:lvl4pPr algn="l">
              <a:buNone/>
              <a:defRPr sz="2400" b="0">
                <a:solidFill>
                  <a:srgbClr val="FFFFFF"/>
                </a:solidFill>
                <a:latin typeface="Arial"/>
                <a:ea typeface="Arial"/>
                <a:cs typeface="Arial"/>
              </a:defRPr>
            </a:lvl4pPr>
            <a:lvl5pPr algn="l">
              <a:buNone/>
              <a:defRPr sz="2400" b="0">
                <a:solidFill>
                  <a:srgbClr val="FFFFFF"/>
                </a:solidFill>
                <a:latin typeface="Arial"/>
                <a:ea typeface="Arial"/>
                <a:cs typeface="Arial"/>
              </a:defRPr>
            </a:lvl5pPr>
            <a:lvl6pPr algn="l">
              <a:buNone/>
              <a:defRPr sz="2400" b="0">
                <a:solidFill>
                  <a:srgbClr val="FFFFFF"/>
                </a:solidFill>
                <a:latin typeface="Arial"/>
                <a:ea typeface="Arial"/>
                <a:cs typeface="Arial"/>
              </a:defRPr>
            </a:lvl6pPr>
            <a:lvl7pPr algn="l">
              <a:buNone/>
              <a:defRPr sz="2400" b="0">
                <a:solidFill>
                  <a:srgbClr val="FFFFFF"/>
                </a:solidFill>
                <a:latin typeface="Arial"/>
                <a:ea typeface="Arial"/>
                <a:cs typeface="Arial"/>
              </a:defRPr>
            </a:lvl7pPr>
            <a:lvl8pPr algn="l">
              <a:buNone/>
              <a:defRPr sz="2400" b="0">
                <a:solidFill>
                  <a:srgbClr val="FFFFFF"/>
                </a:solidFill>
                <a:latin typeface="Arial"/>
                <a:ea typeface="Arial"/>
                <a:cs typeface="Arial"/>
              </a:defRPr>
            </a:lvl8pPr>
            <a:lvl9pPr algn="l">
              <a:buNone/>
              <a:defRPr sz="2400" b="0">
                <a:solidFill>
                  <a:srgbClr val="FFFFFF"/>
                </a:solidFill>
                <a:latin typeface="Arial"/>
                <a:ea typeface="Arial"/>
                <a:cs typeface="Arial"/>
              </a:defRPr>
            </a:lvl9pPr>
          </a:lstStyle>
          <a:p xmlns:a="http://schemas.openxmlformats.org/drawingml/2006/main">
            <a:pPr algn="l">
              <a:buNone/>
              <a:defRPr sz="2400" b="0">
                <a:solidFill>
                  <a:srgbClr val="FFFFFF"/>
                </a:solidFill>
                <a:latin typeface="Arial"/>
                <a:ea typeface="Arial"/>
                <a:cs typeface="Arial"/>
              </a:defRPr>
            </a:pPr>
            <a:r>
              <a:rPr sz="2400" b="0">
                <a:solidFill>
                  <a:srgbClr val="FFFFFF"/>
                </a:solidFill>
                <a:latin typeface="Arial"/>
                <a:ea typeface="Arial"/>
                <a:cs typeface="Arial"/>
              </a:rPr>
              <a:t>Pronosticar, proponer planes,</a:t>
            </a:r>
          </a:p>
          <a:p xmlns:a="http://schemas.openxmlformats.org/drawingml/2006/main">
            <a:pPr algn="l">
              <a:buNone/>
              <a:defRPr sz="2400" b="0">
                <a:solidFill>
                  <a:srgbClr val="FFFFFF"/>
                </a:solidFill>
                <a:latin typeface="Arial"/>
                <a:ea typeface="Arial"/>
                <a:cs typeface="Arial"/>
              </a:defRPr>
            </a:pPr>
            <a:r>
              <a:rPr sz="2400" b="0">
                <a:solidFill>
                  <a:srgbClr val="FFFFFF"/>
                </a:solidFill>
                <a:latin typeface="Arial"/>
                <a:ea typeface="Arial"/>
                <a:cs typeface="Arial"/>
              </a:rPr>
              <a:t>calcular faltantes y gestionar</a:t>
            </a:r>
          </a:p>
          <a:p xmlns:a="http://schemas.openxmlformats.org/drawingml/2006/main">
            <a:pPr algn="l">
              <a:buNone/>
              <a:defRPr sz="2400" b="0">
                <a:solidFill>
                  <a:srgbClr val="FFFFFF"/>
                </a:solidFill>
                <a:latin typeface="Arial"/>
                <a:ea typeface="Arial"/>
                <a:cs typeface="Arial"/>
              </a:defRPr>
            </a:pPr>
            <a:r>
              <a:rPr sz="2400" b="0">
                <a:solidFill>
                  <a:srgbClr val="FFFFFF"/>
                </a:solidFill>
                <a:latin typeface="Arial"/>
                <a:ea typeface="Arial"/>
                <a:cs typeface="Arial"/>
              </a:rPr>
              <a:t>tareas y pedidos con trazabilidad.</a:t>
            </a:r>
          </a:p>
        </p:txBody>
      </p:sp>
      <p:sp>
        <p:nvSpPr>
          <p:cNvPr id="5" name="Siguiente incremento">
            <a:extLst xmlns:a="http://schemas.openxmlformats.org/drawingml/2006/main">
              <a:ext uri="{FF2B5EF4-FFF2-40B4-BE49-F238E27FC236}">
                <a16:creationId xmlns:a16="http://schemas.microsoft.com/office/drawing/2014/main" id="{83CEAB3D-B66E-40E8-B8A1-3EBA8E724143}"/>
              </a:ext>
            </a:extLst>
          </p:cNvPr>
          <p:cNvSpPr>
            <a:spLocks xmlns:a="http://schemas.openxmlformats.org/drawingml/2006/main" noGrp="1"/>
          </p:cNvSpPr>
          <p:nvPr/>
        </p:nvSpPr>
        <p:spPr>
          <a:xfrm xmlns:a="http://schemas.openxmlformats.org/drawingml/2006/main">
            <a:off x="6572250" y="255270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F2B544"/>
                </a:solidFill>
                <a:latin typeface="Arial"/>
                <a:ea typeface="Arial"/>
                <a:cs typeface="Arial"/>
              </a:defRPr>
            </a:defPPr>
            <a:lvl1pPr algn="l">
              <a:buNone/>
              <a:defRPr sz="2625" b="1">
                <a:solidFill>
                  <a:srgbClr val="F2B544"/>
                </a:solidFill>
                <a:latin typeface="Arial"/>
                <a:ea typeface="Arial"/>
                <a:cs typeface="Arial"/>
              </a:defRPr>
            </a:lvl1pPr>
            <a:lvl2pPr algn="l">
              <a:buNone/>
              <a:defRPr sz="2625" b="1">
                <a:solidFill>
                  <a:srgbClr val="F2B544"/>
                </a:solidFill>
                <a:latin typeface="Arial"/>
                <a:ea typeface="Arial"/>
                <a:cs typeface="Arial"/>
              </a:defRPr>
            </a:lvl2pPr>
            <a:lvl3pPr algn="l">
              <a:buNone/>
              <a:defRPr sz="2625" b="1">
                <a:solidFill>
                  <a:srgbClr val="F2B544"/>
                </a:solidFill>
                <a:latin typeface="Arial"/>
                <a:ea typeface="Arial"/>
                <a:cs typeface="Arial"/>
              </a:defRPr>
            </a:lvl3pPr>
            <a:lvl4pPr algn="l">
              <a:buNone/>
              <a:defRPr sz="2625" b="1">
                <a:solidFill>
                  <a:srgbClr val="F2B544"/>
                </a:solidFill>
                <a:latin typeface="Arial"/>
                <a:ea typeface="Arial"/>
                <a:cs typeface="Arial"/>
              </a:defRPr>
            </a:lvl4pPr>
            <a:lvl5pPr algn="l">
              <a:buNone/>
              <a:defRPr sz="2625" b="1">
                <a:solidFill>
                  <a:srgbClr val="F2B544"/>
                </a:solidFill>
                <a:latin typeface="Arial"/>
                <a:ea typeface="Arial"/>
                <a:cs typeface="Arial"/>
              </a:defRPr>
            </a:lvl5pPr>
            <a:lvl6pPr algn="l">
              <a:buNone/>
              <a:defRPr sz="2625" b="1">
                <a:solidFill>
                  <a:srgbClr val="F2B544"/>
                </a:solidFill>
                <a:latin typeface="Arial"/>
                <a:ea typeface="Arial"/>
                <a:cs typeface="Arial"/>
              </a:defRPr>
            </a:lvl6pPr>
            <a:lvl7pPr algn="l">
              <a:buNone/>
              <a:defRPr sz="2625" b="1">
                <a:solidFill>
                  <a:srgbClr val="F2B544"/>
                </a:solidFill>
                <a:latin typeface="Arial"/>
                <a:ea typeface="Arial"/>
                <a:cs typeface="Arial"/>
              </a:defRPr>
            </a:lvl7pPr>
            <a:lvl8pPr algn="l">
              <a:buNone/>
              <a:defRPr sz="2625" b="1">
                <a:solidFill>
                  <a:srgbClr val="F2B544"/>
                </a:solidFill>
                <a:latin typeface="Arial"/>
                <a:ea typeface="Arial"/>
                <a:cs typeface="Arial"/>
              </a:defRPr>
            </a:lvl8pPr>
            <a:lvl9pPr algn="l">
              <a:buNone/>
              <a:defRPr sz="2625" b="1">
                <a:solidFill>
                  <a:srgbClr val="F2B544"/>
                </a:solidFill>
                <a:latin typeface="Arial"/>
                <a:ea typeface="Arial"/>
                <a:cs typeface="Arial"/>
              </a:defRPr>
            </a:lvl9pPr>
          </a:lstStyle>
          <a:p xmlns:a="http://schemas.openxmlformats.org/drawingml/2006/main">
            <a:pPr algn="l">
              <a:buNone/>
              <a:defRPr sz="2625" b="1">
                <a:solidFill>
                  <a:srgbClr val="F2B544"/>
                </a:solidFill>
                <a:latin typeface="Arial"/>
                <a:ea typeface="Arial"/>
                <a:cs typeface="Arial"/>
              </a:defRPr>
            </a:pPr>
            <a:r>
              <a:rPr sz="2625" b="1">
                <a:solidFill>
                  <a:srgbClr val="F2B544"/>
                </a:solidFill>
                <a:latin typeface="Arial"/>
                <a:ea typeface="Arial"/>
                <a:cs typeface="Arial"/>
              </a:rPr>
              <a:t>Siguiente incremento</a:t>
            </a:r>
          </a:p>
        </p:txBody>
      </p:sp>
      <p:sp>
        <p:nvSpPr>
          <p:cNvPr id="6" name="Conectar ventas actuales y la tienda externa mediante APIs, con v">
            <a:extLst xmlns:a="http://schemas.openxmlformats.org/drawingml/2006/main">
              <a:ext uri="{FF2B5EF4-FFF2-40B4-BE49-F238E27FC236}">
                <a16:creationId xmlns:a16="http://schemas.microsoft.com/office/drawing/2014/main" id="{9274AE7F-896C-4D01-80A7-CE89106118E4}"/>
              </a:ext>
            </a:extLst>
          </p:cNvPr>
          <p:cNvSpPr>
            <a:spLocks xmlns:a="http://schemas.openxmlformats.org/drawingml/2006/main" noGrp="1"/>
          </p:cNvSpPr>
          <p:nvPr/>
        </p:nvSpPr>
        <p:spPr>
          <a:xfrm xmlns:a="http://schemas.openxmlformats.org/drawingml/2006/main">
            <a:off x="6572250" y="3286125"/>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FFFFFF"/>
                </a:solidFill>
                <a:latin typeface="Arial"/>
                <a:ea typeface="Arial"/>
                <a:cs typeface="Arial"/>
              </a:defRPr>
            </a:defPPr>
            <a:lvl1pPr algn="l">
              <a:buNone/>
              <a:defRPr sz="2400" b="0">
                <a:solidFill>
                  <a:srgbClr val="FFFFFF"/>
                </a:solidFill>
                <a:latin typeface="Arial"/>
                <a:ea typeface="Arial"/>
                <a:cs typeface="Arial"/>
              </a:defRPr>
            </a:lvl1pPr>
            <a:lvl2pPr algn="l">
              <a:buNone/>
              <a:defRPr sz="2400" b="0">
                <a:solidFill>
                  <a:srgbClr val="FFFFFF"/>
                </a:solidFill>
                <a:latin typeface="Arial"/>
                <a:ea typeface="Arial"/>
                <a:cs typeface="Arial"/>
              </a:defRPr>
            </a:lvl2pPr>
            <a:lvl3pPr algn="l">
              <a:buNone/>
              <a:defRPr sz="2400" b="0">
                <a:solidFill>
                  <a:srgbClr val="FFFFFF"/>
                </a:solidFill>
                <a:latin typeface="Arial"/>
                <a:ea typeface="Arial"/>
                <a:cs typeface="Arial"/>
              </a:defRPr>
            </a:lvl3pPr>
            <a:lvl4pPr algn="l">
              <a:buNone/>
              <a:defRPr sz="2400" b="0">
                <a:solidFill>
                  <a:srgbClr val="FFFFFF"/>
                </a:solidFill>
                <a:latin typeface="Arial"/>
                <a:ea typeface="Arial"/>
                <a:cs typeface="Arial"/>
              </a:defRPr>
            </a:lvl4pPr>
            <a:lvl5pPr algn="l">
              <a:buNone/>
              <a:defRPr sz="2400" b="0">
                <a:solidFill>
                  <a:srgbClr val="FFFFFF"/>
                </a:solidFill>
                <a:latin typeface="Arial"/>
                <a:ea typeface="Arial"/>
                <a:cs typeface="Arial"/>
              </a:defRPr>
            </a:lvl5pPr>
            <a:lvl6pPr algn="l">
              <a:buNone/>
              <a:defRPr sz="2400" b="0">
                <a:solidFill>
                  <a:srgbClr val="FFFFFF"/>
                </a:solidFill>
                <a:latin typeface="Arial"/>
                <a:ea typeface="Arial"/>
                <a:cs typeface="Arial"/>
              </a:defRPr>
            </a:lvl6pPr>
            <a:lvl7pPr algn="l">
              <a:buNone/>
              <a:defRPr sz="2400" b="0">
                <a:solidFill>
                  <a:srgbClr val="FFFFFF"/>
                </a:solidFill>
                <a:latin typeface="Arial"/>
                <a:ea typeface="Arial"/>
                <a:cs typeface="Arial"/>
              </a:defRPr>
            </a:lvl7pPr>
            <a:lvl8pPr algn="l">
              <a:buNone/>
              <a:defRPr sz="2400" b="0">
                <a:solidFill>
                  <a:srgbClr val="FFFFFF"/>
                </a:solidFill>
                <a:latin typeface="Arial"/>
                <a:ea typeface="Arial"/>
                <a:cs typeface="Arial"/>
              </a:defRPr>
            </a:lvl8pPr>
            <a:lvl9pPr algn="l">
              <a:buNone/>
              <a:defRPr sz="2400" b="0">
                <a:solidFill>
                  <a:srgbClr val="FFFFFF"/>
                </a:solidFill>
                <a:latin typeface="Arial"/>
                <a:ea typeface="Arial"/>
                <a:cs typeface="Arial"/>
              </a:defRPr>
            </a:lvl9pPr>
          </a:lstStyle>
          <a:p xmlns:a="http://schemas.openxmlformats.org/drawingml/2006/main">
            <a:pPr algn="l">
              <a:buNone/>
              <a:defRPr sz="2400" b="0">
                <a:solidFill>
                  <a:srgbClr val="FFFFFF"/>
                </a:solidFill>
                <a:latin typeface="Arial"/>
                <a:ea typeface="Arial"/>
                <a:cs typeface="Arial"/>
              </a:defRPr>
            </a:pPr>
            <a:r>
              <a:rPr sz="2400" b="0">
                <a:solidFill>
                  <a:srgbClr val="FFFFFF"/>
                </a:solidFill>
                <a:latin typeface="Arial"/>
                <a:ea typeface="Arial"/>
                <a:cs typeface="Arial"/>
              </a:rPr>
              <a:t>Conectar ventas actuales y</a:t>
            </a:r>
          </a:p>
          <a:p xmlns:a="http://schemas.openxmlformats.org/drawingml/2006/main">
            <a:pPr algn="l">
              <a:buNone/>
              <a:defRPr sz="2400" b="0">
                <a:solidFill>
                  <a:srgbClr val="FFFFFF"/>
                </a:solidFill>
                <a:latin typeface="Arial"/>
                <a:ea typeface="Arial"/>
                <a:cs typeface="Arial"/>
              </a:defRPr>
            </a:pPr>
            <a:r>
              <a:rPr sz="2400" b="0">
                <a:solidFill>
                  <a:srgbClr val="FFFFFF"/>
                </a:solidFill>
                <a:latin typeface="Arial"/>
                <a:ea typeface="Arial"/>
                <a:cs typeface="Arial"/>
              </a:rPr>
              <a:t>la tienda externa mediante APIs,</a:t>
            </a:r>
          </a:p>
          <a:p xmlns:a="http://schemas.openxmlformats.org/drawingml/2006/main">
            <a:pPr algn="l">
              <a:buNone/>
              <a:defRPr sz="2400" b="0">
                <a:solidFill>
                  <a:srgbClr val="FFFFFF"/>
                </a:solidFill>
                <a:latin typeface="Arial"/>
                <a:ea typeface="Arial"/>
                <a:cs typeface="Arial"/>
              </a:defRPr>
            </a:pPr>
            <a:r>
              <a:rPr sz="2400" b="0">
                <a:solidFill>
                  <a:srgbClr val="FFFFFF"/>
                </a:solidFill>
                <a:latin typeface="Arial"/>
                <a:ea typeface="Arial"/>
                <a:cs typeface="Arial"/>
              </a:rPr>
              <a:t>con validación de negocio.</a:t>
            </a:r>
          </a:p>
        </p:txBody>
      </p:sp>
      <p:sp>
        <p:nvSpPr>
          <p:cNvPr id="7" name="Objetivo: apoyar una planificación informada y oportuna.">
            <a:extLst xmlns:a="http://schemas.openxmlformats.org/drawingml/2006/main">
              <a:ext uri="{FF2B5EF4-FFF2-40B4-BE49-F238E27FC236}">
                <a16:creationId xmlns:a16="http://schemas.microsoft.com/office/drawing/2014/main" id="{3010777F-E4BE-4180-B382-D1AEAA688E69}"/>
              </a:ext>
            </a:extLst>
          </p:cNvPr>
          <p:cNvSpPr>
            <a:spLocks xmlns:a="http://schemas.openxmlformats.org/drawingml/2006/main" noGrp="1"/>
          </p:cNvSpPr>
          <p:nvPr/>
        </p:nvSpPr>
        <p:spPr>
          <a:xfrm xmlns:a="http://schemas.openxmlformats.org/drawingml/2006/main">
            <a:off x="685800" y="573405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Arial"/>
                <a:ea typeface="Arial"/>
                <a:cs typeface="Arial"/>
              </a:defRPr>
            </a:defPPr>
            <a:lvl1pPr algn="l">
              <a:buNone/>
              <a:defRPr sz="2325" b="1">
                <a:solidFill>
                  <a:srgbClr val="FFFFFF"/>
                </a:solidFill>
                <a:latin typeface="Arial"/>
                <a:ea typeface="Arial"/>
                <a:cs typeface="Arial"/>
              </a:defRPr>
            </a:lvl1pPr>
            <a:lvl2pPr algn="l">
              <a:buNone/>
              <a:defRPr sz="2325" b="1">
                <a:solidFill>
                  <a:srgbClr val="FFFFFF"/>
                </a:solidFill>
                <a:latin typeface="Arial"/>
                <a:ea typeface="Arial"/>
                <a:cs typeface="Arial"/>
              </a:defRPr>
            </a:lvl2pPr>
            <a:lvl3pPr algn="l">
              <a:buNone/>
              <a:defRPr sz="2325" b="1">
                <a:solidFill>
                  <a:srgbClr val="FFFFFF"/>
                </a:solidFill>
                <a:latin typeface="Arial"/>
                <a:ea typeface="Arial"/>
                <a:cs typeface="Arial"/>
              </a:defRPr>
            </a:lvl3pPr>
            <a:lvl4pPr algn="l">
              <a:buNone/>
              <a:defRPr sz="2325" b="1">
                <a:solidFill>
                  <a:srgbClr val="FFFFFF"/>
                </a:solidFill>
                <a:latin typeface="Arial"/>
                <a:ea typeface="Arial"/>
                <a:cs typeface="Arial"/>
              </a:defRPr>
            </a:lvl4pPr>
            <a:lvl5pPr algn="l">
              <a:buNone/>
              <a:defRPr sz="2325" b="1">
                <a:solidFill>
                  <a:srgbClr val="FFFFFF"/>
                </a:solidFill>
                <a:latin typeface="Arial"/>
                <a:ea typeface="Arial"/>
                <a:cs typeface="Arial"/>
              </a:defRPr>
            </a:lvl5pPr>
            <a:lvl6pPr algn="l">
              <a:buNone/>
              <a:defRPr sz="2325" b="1">
                <a:solidFill>
                  <a:srgbClr val="FFFFFF"/>
                </a:solidFill>
                <a:latin typeface="Arial"/>
                <a:ea typeface="Arial"/>
                <a:cs typeface="Arial"/>
              </a:defRPr>
            </a:lvl6pPr>
            <a:lvl7pPr algn="l">
              <a:buNone/>
              <a:defRPr sz="2325" b="1">
                <a:solidFill>
                  <a:srgbClr val="FFFFFF"/>
                </a:solidFill>
                <a:latin typeface="Arial"/>
                <a:ea typeface="Arial"/>
                <a:cs typeface="Arial"/>
              </a:defRPr>
            </a:lvl7pPr>
            <a:lvl8pPr algn="l">
              <a:buNone/>
              <a:defRPr sz="2325" b="1">
                <a:solidFill>
                  <a:srgbClr val="FFFFFF"/>
                </a:solidFill>
                <a:latin typeface="Arial"/>
                <a:ea typeface="Arial"/>
                <a:cs typeface="Arial"/>
              </a:defRPr>
            </a:lvl8pPr>
            <a:lvl9pPr algn="l">
              <a:buNone/>
              <a:defRPr sz="2325" b="1">
                <a:solidFill>
                  <a:srgbClr val="FFFFFF"/>
                </a:solidFill>
                <a:latin typeface="Arial"/>
                <a:ea typeface="Arial"/>
                <a:cs typeface="Arial"/>
              </a:defRPr>
            </a:lvl9pPr>
          </a:lstStyle>
          <a:p xmlns:a="http://schemas.openxmlformats.org/drawingml/2006/main">
            <a:pPr algn="l">
              <a:buNone/>
              <a:defRPr sz="2325" b="1">
                <a:solidFill>
                  <a:srgbClr val="FFFFFF"/>
                </a:solidFill>
                <a:latin typeface="Arial"/>
                <a:ea typeface="Arial"/>
                <a:cs typeface="Arial"/>
              </a:defRPr>
            </a:pPr>
            <a:r>
              <a:rPr sz="2325" b="1">
                <a:solidFill>
                  <a:srgbClr val="FFFFFF"/>
                </a:solidFill>
                <a:latin typeface="Arial"/>
                <a:ea typeface="Arial"/>
                <a:cs typeface="Arial"/>
              </a:rPr>
              <a:t>Objetivo: apoyar una planificación informada y oportuna.</a:t>
            </a:r>
          </a:p>
        </p:txBody>
      </p:sp>
    </p:spTree>
    <p:extLst>
      <p:ext uri="{BB962C8B-B14F-4D97-AF65-F5344CB8AC3E}">
        <p14:creationId xmlns:p14="http://schemas.microsoft.com/office/powerpoint/2010/main" val="20634132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2026-10-21T20:02:53.8790000Z</dcterms:created>
  <dcterms:modified xsi:type="dcterms:W3CDTF">2026-10-21T20:02:53.8790000Z</dcterms:modified>
</coreProperties>
</file>